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9"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70" r:id="rId26"/>
  </p:sldIdLst>
  <p:sldSz cx="9144000" cy="5143500" type="screen16x9"/>
  <p:notesSz cx="6858000" cy="9144000"/>
  <p:defaultTextStyle>
    <a:defPPr>
      <a:defRPr lang="es-E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3690" autoAdjust="0"/>
  </p:normalViewPr>
  <p:slideViewPr>
    <p:cSldViewPr snapToGrid="0">
      <p:cViewPr varScale="1">
        <p:scale>
          <a:sx n="81" d="100"/>
          <a:sy n="81" d="100"/>
        </p:scale>
        <p:origin x="860" y="6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0" d="100"/>
          <a:sy n="50" d="100"/>
        </p:scale>
        <p:origin x="2708"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OJ KUMAR NAYAK" userId="30e8417bf0f10a51" providerId="LiveId" clId="{275A51A3-90D9-48BC-88EE-7B0E4688AEB2}"/>
    <pc:docChg chg="undo custSel addSld delSld modSld">
      <pc:chgData name="SAROJ KUMAR NAYAK" userId="30e8417bf0f10a51" providerId="LiveId" clId="{275A51A3-90D9-48BC-88EE-7B0E4688AEB2}" dt="2026-09-26T09:31:13.530" v="1100" actId="14100"/>
      <pc:docMkLst>
        <pc:docMk/>
      </pc:docMkLst>
      <pc:sldChg chg="addSp delSp modSp add del mod modNotes">
        <pc:chgData name="SAROJ KUMAR NAYAK" userId="30e8417bf0f10a51" providerId="LiveId" clId="{275A51A3-90D9-48BC-88EE-7B0E4688AEB2}" dt="2026-09-25T17:47:44.349" v="254" actId="47"/>
        <pc:sldMkLst>
          <pc:docMk/>
          <pc:sldMk cId="0" sldId="256"/>
        </pc:sldMkLst>
        <pc:spChg chg="add del mod">
          <ac:chgData name="SAROJ KUMAR NAYAK" userId="30e8417bf0f10a51" providerId="LiveId" clId="{275A51A3-90D9-48BC-88EE-7B0E4688AEB2}" dt="2026-09-25T14:53:26.574" v="6" actId="478"/>
          <ac:spMkLst>
            <pc:docMk/>
            <pc:sldMk cId="0" sldId="256"/>
            <ac:spMk id="2" creationId="{1E5083E3-D61F-4DB0-A429-E24CC6ECD68E}"/>
          </ac:spMkLst>
        </pc:spChg>
        <pc:spChg chg="del mod">
          <ac:chgData name="SAROJ KUMAR NAYAK" userId="30e8417bf0f10a51" providerId="LiveId" clId="{275A51A3-90D9-48BC-88EE-7B0E4688AEB2}" dt="2026-09-25T14:53:22.753" v="5" actId="478"/>
          <ac:spMkLst>
            <pc:docMk/>
            <pc:sldMk cId="0" sldId="256"/>
            <ac:spMk id="54" creationId="{00000000-0000-0000-0000-000000000000}"/>
          </ac:spMkLst>
        </pc:spChg>
        <pc:picChg chg="add mod">
          <ac:chgData name="SAROJ KUMAR NAYAK" userId="30e8417bf0f10a51" providerId="LiveId" clId="{275A51A3-90D9-48BC-88EE-7B0E4688AEB2}" dt="2026-09-25T14:53:42.834" v="9" actId="14100"/>
          <ac:picMkLst>
            <pc:docMk/>
            <pc:sldMk cId="0" sldId="256"/>
            <ac:picMk id="4" creationId="{482702D3-4F37-4AA4-ADB2-85B4291AE342}"/>
          </ac:picMkLst>
        </pc:picChg>
      </pc:sldChg>
      <pc:sldChg chg="modSp add del mod modNotes">
        <pc:chgData name="SAROJ KUMAR NAYAK" userId="30e8417bf0f10a51" providerId="LiveId" clId="{275A51A3-90D9-48BC-88EE-7B0E4688AEB2}" dt="2026-09-25T17:47:44.349" v="254" actId="47"/>
        <pc:sldMkLst>
          <pc:docMk/>
          <pc:sldMk cId="0" sldId="257"/>
        </pc:sldMkLst>
        <pc:picChg chg="mod">
          <ac:chgData name="SAROJ KUMAR NAYAK" userId="30e8417bf0f10a51" providerId="LiveId" clId="{275A51A3-90D9-48BC-88EE-7B0E4688AEB2}" dt="2026-09-25T14:54:51.738" v="12" actId="1076"/>
          <ac:picMkLst>
            <pc:docMk/>
            <pc:sldMk cId="0" sldId="257"/>
            <ac:picMk id="61" creationId="{00000000-0000-0000-0000-000000000000}"/>
          </ac:picMkLst>
        </pc:picChg>
      </pc:sldChg>
      <pc:sldChg chg="addSp delSp modSp add del mod modNotes">
        <pc:chgData name="SAROJ KUMAR NAYAK" userId="30e8417bf0f10a51" providerId="LiveId" clId="{275A51A3-90D9-48BC-88EE-7B0E4688AEB2}" dt="2026-09-25T17:47:44.349" v="254" actId="47"/>
        <pc:sldMkLst>
          <pc:docMk/>
          <pc:sldMk cId="0" sldId="258"/>
        </pc:sldMkLst>
        <pc:spChg chg="add mod">
          <ac:chgData name="SAROJ KUMAR NAYAK" userId="30e8417bf0f10a51" providerId="LiveId" clId="{275A51A3-90D9-48BC-88EE-7B0E4688AEB2}" dt="2026-09-25T14:59:23.329" v="57" actId="207"/>
          <ac:spMkLst>
            <pc:docMk/>
            <pc:sldMk cId="0" sldId="258"/>
            <ac:spMk id="2" creationId="{80779F6C-56E3-426D-9B46-F922C708AE2B}"/>
          </ac:spMkLst>
        </pc:spChg>
        <pc:spChg chg="add del">
          <ac:chgData name="SAROJ KUMAR NAYAK" userId="30e8417bf0f10a51" providerId="LiveId" clId="{275A51A3-90D9-48BC-88EE-7B0E4688AEB2}" dt="2026-09-25T14:58:35.833" v="49" actId="478"/>
          <ac:spMkLst>
            <pc:docMk/>
            <pc:sldMk cId="0" sldId="258"/>
            <ac:spMk id="5" creationId="{58178B89-6DCC-48E1-9400-C5B5245650F5}"/>
          </ac:spMkLst>
        </pc:spChg>
        <pc:spChg chg="add mod">
          <ac:chgData name="SAROJ KUMAR NAYAK" userId="30e8417bf0f10a51" providerId="LiveId" clId="{275A51A3-90D9-48BC-88EE-7B0E4688AEB2}" dt="2026-09-25T14:59:10.077" v="56" actId="207"/>
          <ac:spMkLst>
            <pc:docMk/>
            <pc:sldMk cId="0" sldId="258"/>
            <ac:spMk id="9" creationId="{51DFBDAB-5BD8-4BF7-85BE-7A73D13107A3}"/>
          </ac:spMkLst>
        </pc:spChg>
        <pc:spChg chg="del mod">
          <ac:chgData name="SAROJ KUMAR NAYAK" userId="30e8417bf0f10a51" providerId="LiveId" clId="{275A51A3-90D9-48BC-88EE-7B0E4688AEB2}" dt="2026-09-25T14:56:22.705" v="14" actId="478"/>
          <ac:spMkLst>
            <pc:docMk/>
            <pc:sldMk cId="0" sldId="258"/>
            <ac:spMk id="66" creationId="{00000000-0000-0000-0000-000000000000}"/>
          </ac:spMkLst>
        </pc:spChg>
        <pc:spChg chg="del mod">
          <ac:chgData name="SAROJ KUMAR NAYAK" userId="30e8417bf0f10a51" providerId="LiveId" clId="{275A51A3-90D9-48BC-88EE-7B0E4688AEB2}" dt="2026-09-25T14:56:22.705" v="14" actId="478"/>
          <ac:spMkLst>
            <pc:docMk/>
            <pc:sldMk cId="0" sldId="258"/>
            <ac:spMk id="67" creationId="{00000000-0000-0000-0000-000000000000}"/>
          </ac:spMkLst>
        </pc:spChg>
        <pc:picChg chg="add mod">
          <ac:chgData name="SAROJ KUMAR NAYAK" userId="30e8417bf0f10a51" providerId="LiveId" clId="{275A51A3-90D9-48BC-88EE-7B0E4688AEB2}" dt="2026-09-25T14:58:00.809" v="47" actId="1076"/>
          <ac:picMkLst>
            <pc:docMk/>
            <pc:sldMk cId="0" sldId="258"/>
            <ac:picMk id="4" creationId="{FECA1AAC-EBC4-4623-9373-4B2B5E8B6379}"/>
          </ac:picMkLst>
        </pc:picChg>
      </pc:sldChg>
      <pc:sldChg chg="addSp delSp modSp add del mod modNotes">
        <pc:chgData name="SAROJ KUMAR NAYAK" userId="30e8417bf0f10a51" providerId="LiveId" clId="{275A51A3-90D9-48BC-88EE-7B0E4688AEB2}" dt="2026-09-25T20:35:53.645" v="1091" actId="14100"/>
        <pc:sldMkLst>
          <pc:docMk/>
          <pc:sldMk cId="0" sldId="259"/>
        </pc:sldMkLst>
        <pc:spChg chg="add del mod">
          <ac:chgData name="SAROJ KUMAR NAYAK" userId="30e8417bf0f10a51" providerId="LiveId" clId="{275A51A3-90D9-48BC-88EE-7B0E4688AEB2}" dt="2026-09-25T15:00:14.116" v="62" actId="478"/>
          <ac:spMkLst>
            <pc:docMk/>
            <pc:sldMk cId="0" sldId="259"/>
            <ac:spMk id="2" creationId="{6848E12F-2741-455D-9283-6020BFDDF634}"/>
          </ac:spMkLst>
        </pc:spChg>
        <pc:spChg chg="add mod">
          <ac:chgData name="SAROJ KUMAR NAYAK" userId="30e8417bf0f10a51" providerId="LiveId" clId="{275A51A3-90D9-48BC-88EE-7B0E4688AEB2}" dt="2026-09-25T15:05:40.453" v="85" actId="403"/>
          <ac:spMkLst>
            <pc:docMk/>
            <pc:sldMk cId="0" sldId="259"/>
            <ac:spMk id="8" creationId="{F12A239D-3BC8-4CAA-B574-55F6F852E2CD}"/>
          </ac:spMkLst>
        </pc:spChg>
        <pc:spChg chg="del mod">
          <ac:chgData name="SAROJ KUMAR NAYAK" userId="30e8417bf0f10a51" providerId="LiveId" clId="{275A51A3-90D9-48BC-88EE-7B0E4688AEB2}" dt="2026-09-25T15:00:07.185" v="60" actId="478"/>
          <ac:spMkLst>
            <pc:docMk/>
            <pc:sldMk cId="0" sldId="259"/>
            <ac:spMk id="72" creationId="{00000000-0000-0000-0000-000000000000}"/>
          </ac:spMkLst>
        </pc:spChg>
        <pc:spChg chg="del mod">
          <ac:chgData name="SAROJ KUMAR NAYAK" userId="30e8417bf0f10a51" providerId="LiveId" clId="{275A51A3-90D9-48BC-88EE-7B0E4688AEB2}" dt="2026-09-25T15:00:07.185" v="60" actId="478"/>
          <ac:spMkLst>
            <pc:docMk/>
            <pc:sldMk cId="0" sldId="259"/>
            <ac:spMk id="73" creationId="{00000000-0000-0000-0000-000000000000}"/>
          </ac:spMkLst>
        </pc:spChg>
        <pc:picChg chg="add mod">
          <ac:chgData name="SAROJ KUMAR NAYAK" userId="30e8417bf0f10a51" providerId="LiveId" clId="{275A51A3-90D9-48BC-88EE-7B0E4688AEB2}" dt="2026-09-25T20:35:53.645" v="1091" actId="14100"/>
          <ac:picMkLst>
            <pc:docMk/>
            <pc:sldMk cId="0" sldId="259"/>
            <ac:picMk id="3" creationId="{E9D02EA3-EED1-4CEF-BFD1-8F80DF473759}"/>
          </ac:picMkLst>
        </pc:picChg>
        <pc:picChg chg="add del mod">
          <ac:chgData name="SAROJ KUMAR NAYAK" userId="30e8417bf0f10a51" providerId="LiveId" clId="{275A51A3-90D9-48BC-88EE-7B0E4688AEB2}" dt="2026-09-25T20:35:39.087" v="1088" actId="478"/>
          <ac:picMkLst>
            <pc:docMk/>
            <pc:sldMk cId="0" sldId="259"/>
            <ac:picMk id="5" creationId="{97563EA5-F965-42AE-802B-7FCB784B39A9}"/>
          </ac:picMkLst>
        </pc:picChg>
        <pc:picChg chg="add del mod">
          <ac:chgData name="SAROJ KUMAR NAYAK" userId="30e8417bf0f10a51" providerId="LiveId" clId="{275A51A3-90D9-48BC-88EE-7B0E4688AEB2}" dt="2026-09-25T15:04:50.227" v="71"/>
          <ac:picMkLst>
            <pc:docMk/>
            <pc:sldMk cId="0" sldId="259"/>
            <ac:picMk id="6" creationId="{2E876181-4E04-4FF7-8E55-8ECA788E9191}"/>
          </ac:picMkLst>
        </pc:picChg>
      </pc:sldChg>
      <pc:sldChg chg="addSp delSp modSp add del mod modNotes">
        <pc:chgData name="SAROJ KUMAR NAYAK" userId="30e8417bf0f10a51" providerId="LiveId" clId="{275A51A3-90D9-48BC-88EE-7B0E4688AEB2}" dt="2026-09-25T17:47:44.349" v="254" actId="47"/>
        <pc:sldMkLst>
          <pc:docMk/>
          <pc:sldMk cId="0" sldId="260"/>
        </pc:sldMkLst>
        <pc:spChg chg="add del mod">
          <ac:chgData name="SAROJ KUMAR NAYAK" userId="30e8417bf0f10a51" providerId="LiveId" clId="{275A51A3-90D9-48BC-88EE-7B0E4688AEB2}" dt="2026-09-25T15:07:16.658" v="98" actId="478"/>
          <ac:spMkLst>
            <pc:docMk/>
            <pc:sldMk cId="0" sldId="260"/>
            <ac:spMk id="2" creationId="{F639ECBF-C59A-4D94-8666-AC93E0F963B6}"/>
          </ac:spMkLst>
        </pc:spChg>
        <pc:spChg chg="add del mod">
          <ac:chgData name="SAROJ KUMAR NAYAK" userId="30e8417bf0f10a51" providerId="LiveId" clId="{275A51A3-90D9-48BC-88EE-7B0E4688AEB2}" dt="2026-09-25T15:07:16.658" v="98" actId="478"/>
          <ac:spMkLst>
            <pc:docMk/>
            <pc:sldMk cId="0" sldId="260"/>
            <ac:spMk id="5" creationId="{CFA33BFF-5455-4C97-831B-82CB377FA802}"/>
          </ac:spMkLst>
        </pc:spChg>
        <pc:spChg chg="add del mod">
          <ac:chgData name="SAROJ KUMAR NAYAK" userId="30e8417bf0f10a51" providerId="LiveId" clId="{275A51A3-90D9-48BC-88EE-7B0E4688AEB2}" dt="2026-09-25T15:07:16.658" v="98" actId="478"/>
          <ac:spMkLst>
            <pc:docMk/>
            <pc:sldMk cId="0" sldId="260"/>
            <ac:spMk id="6" creationId="{D9ABACD3-09DB-480F-AF5A-C27996B3B173}"/>
          </ac:spMkLst>
        </pc:spChg>
        <pc:spChg chg="add mod">
          <ac:chgData name="SAROJ KUMAR NAYAK" userId="30e8417bf0f10a51" providerId="LiveId" clId="{275A51A3-90D9-48BC-88EE-7B0E4688AEB2}" dt="2026-09-25T15:09:04.382" v="130" actId="1076"/>
          <ac:spMkLst>
            <pc:docMk/>
            <pc:sldMk cId="0" sldId="260"/>
            <ac:spMk id="7" creationId="{CA1B2556-9EA8-4647-A3F5-E96993DA0795}"/>
          </ac:spMkLst>
        </pc:spChg>
        <pc:spChg chg="add mod">
          <ac:chgData name="SAROJ KUMAR NAYAK" userId="30e8417bf0f10a51" providerId="LiveId" clId="{275A51A3-90D9-48BC-88EE-7B0E4688AEB2}" dt="2026-09-25T15:09:15.928" v="136" actId="403"/>
          <ac:spMkLst>
            <pc:docMk/>
            <pc:sldMk cId="0" sldId="260"/>
            <ac:spMk id="8" creationId="{2CC88946-F67A-47DB-9ED1-94A11A7AF175}"/>
          </ac:spMkLst>
        </pc:spChg>
        <pc:spChg chg="del mod">
          <ac:chgData name="SAROJ KUMAR NAYAK" userId="30e8417bf0f10a51" providerId="LiveId" clId="{275A51A3-90D9-48BC-88EE-7B0E4688AEB2}" dt="2026-09-25T15:06:44.522" v="87" actId="478"/>
          <ac:spMkLst>
            <pc:docMk/>
            <pc:sldMk cId="0" sldId="260"/>
            <ac:spMk id="78" creationId="{00000000-0000-0000-0000-000000000000}"/>
          </ac:spMkLst>
        </pc:spChg>
        <pc:picChg chg="del">
          <ac:chgData name="SAROJ KUMAR NAYAK" userId="30e8417bf0f10a51" providerId="LiveId" clId="{275A51A3-90D9-48BC-88EE-7B0E4688AEB2}" dt="2026-09-25T15:06:44.522" v="87" actId="478"/>
          <ac:picMkLst>
            <pc:docMk/>
            <pc:sldMk cId="0" sldId="260"/>
            <ac:picMk id="79" creationId="{00000000-0000-0000-0000-000000000000}"/>
          </ac:picMkLst>
        </pc:picChg>
      </pc:sldChg>
      <pc:sldChg chg="addSp delSp modSp add del mod modNotes">
        <pc:chgData name="SAROJ KUMAR NAYAK" userId="30e8417bf0f10a51" providerId="LiveId" clId="{275A51A3-90D9-48BC-88EE-7B0E4688AEB2}" dt="2026-09-25T17:47:44.349" v="254" actId="47"/>
        <pc:sldMkLst>
          <pc:docMk/>
          <pc:sldMk cId="0" sldId="261"/>
        </pc:sldMkLst>
        <pc:spChg chg="add del mod">
          <ac:chgData name="SAROJ KUMAR NAYAK" userId="30e8417bf0f10a51" providerId="LiveId" clId="{275A51A3-90D9-48BC-88EE-7B0E4688AEB2}" dt="2026-09-25T15:10:11.910" v="138" actId="478"/>
          <ac:spMkLst>
            <pc:docMk/>
            <pc:sldMk cId="0" sldId="261"/>
            <ac:spMk id="2" creationId="{B59B2993-B939-45C1-A569-8AEAD249E883}"/>
          </ac:spMkLst>
        </pc:spChg>
        <pc:spChg chg="add del mod">
          <ac:chgData name="SAROJ KUMAR NAYAK" userId="30e8417bf0f10a51" providerId="LiveId" clId="{275A51A3-90D9-48BC-88EE-7B0E4688AEB2}" dt="2026-09-25T15:10:11.910" v="138" actId="478"/>
          <ac:spMkLst>
            <pc:docMk/>
            <pc:sldMk cId="0" sldId="261"/>
            <ac:spMk id="3" creationId="{61DAF461-3978-4C64-9F82-7A9545812D1B}"/>
          </ac:spMkLst>
        </pc:spChg>
        <pc:spChg chg="add mod">
          <ac:chgData name="SAROJ KUMAR NAYAK" userId="30e8417bf0f10a51" providerId="LiveId" clId="{275A51A3-90D9-48BC-88EE-7B0E4688AEB2}" dt="2026-09-25T15:10:43.998" v="145" actId="207"/>
          <ac:spMkLst>
            <pc:docMk/>
            <pc:sldMk cId="0" sldId="261"/>
            <ac:spMk id="7" creationId="{40691AD6-61A2-408A-A829-EDED4F52E05A}"/>
          </ac:spMkLst>
        </pc:spChg>
        <pc:spChg chg="add mod">
          <ac:chgData name="SAROJ KUMAR NAYAK" userId="30e8417bf0f10a51" providerId="LiveId" clId="{275A51A3-90D9-48BC-88EE-7B0E4688AEB2}" dt="2026-09-25T15:11:24.253" v="155" actId="27636"/>
          <ac:spMkLst>
            <pc:docMk/>
            <pc:sldMk cId="0" sldId="261"/>
            <ac:spMk id="8" creationId="{C776941C-5C1E-424B-85D7-C597AFE7AF58}"/>
          </ac:spMkLst>
        </pc:spChg>
        <pc:spChg chg="del mod">
          <ac:chgData name="SAROJ KUMAR NAYAK" userId="30e8417bf0f10a51" providerId="LiveId" clId="{275A51A3-90D9-48BC-88EE-7B0E4688AEB2}" dt="2026-09-25T15:10:08.772" v="137" actId="478"/>
          <ac:spMkLst>
            <pc:docMk/>
            <pc:sldMk cId="0" sldId="261"/>
            <ac:spMk id="84" creationId="{00000000-0000-0000-0000-000000000000}"/>
          </ac:spMkLst>
        </pc:spChg>
        <pc:spChg chg="del mod">
          <ac:chgData name="SAROJ KUMAR NAYAK" userId="30e8417bf0f10a51" providerId="LiveId" clId="{275A51A3-90D9-48BC-88EE-7B0E4688AEB2}" dt="2026-09-25T15:10:08.772" v="137" actId="478"/>
          <ac:spMkLst>
            <pc:docMk/>
            <pc:sldMk cId="0" sldId="261"/>
            <ac:spMk id="85" creationId="{00000000-0000-0000-0000-000000000000}"/>
          </ac:spMkLst>
        </pc:spChg>
        <pc:spChg chg="del">
          <ac:chgData name="SAROJ KUMAR NAYAK" userId="30e8417bf0f10a51" providerId="LiveId" clId="{275A51A3-90D9-48BC-88EE-7B0E4688AEB2}" dt="2026-09-25T15:10:08.772" v="137" actId="478"/>
          <ac:spMkLst>
            <pc:docMk/>
            <pc:sldMk cId="0" sldId="261"/>
            <ac:spMk id="86" creationId="{00000000-0000-0000-0000-000000000000}"/>
          </ac:spMkLst>
        </pc:spChg>
      </pc:sldChg>
      <pc:sldChg chg="addSp delSp modSp add del mod modNotes">
        <pc:chgData name="SAROJ KUMAR NAYAK" userId="30e8417bf0f10a51" providerId="LiveId" clId="{275A51A3-90D9-48BC-88EE-7B0E4688AEB2}" dt="2026-09-25T17:47:44.349" v="254" actId="47"/>
        <pc:sldMkLst>
          <pc:docMk/>
          <pc:sldMk cId="0" sldId="262"/>
        </pc:sldMkLst>
        <pc:spChg chg="add del mod">
          <ac:chgData name="SAROJ KUMAR NAYAK" userId="30e8417bf0f10a51" providerId="LiveId" clId="{275A51A3-90D9-48BC-88EE-7B0E4688AEB2}" dt="2026-09-25T15:12:13.589" v="157" actId="478"/>
          <ac:spMkLst>
            <pc:docMk/>
            <pc:sldMk cId="0" sldId="262"/>
            <ac:spMk id="2" creationId="{DC10D1D5-0B2C-4F39-8DB8-8A1F46B893AB}"/>
          </ac:spMkLst>
        </pc:spChg>
        <pc:spChg chg="add del mod">
          <ac:chgData name="SAROJ KUMAR NAYAK" userId="30e8417bf0f10a51" providerId="LiveId" clId="{275A51A3-90D9-48BC-88EE-7B0E4688AEB2}" dt="2026-09-25T15:12:13.589" v="157" actId="478"/>
          <ac:spMkLst>
            <pc:docMk/>
            <pc:sldMk cId="0" sldId="262"/>
            <ac:spMk id="3" creationId="{34D59555-4497-4F25-8016-940AFB7FCDF4}"/>
          </ac:spMkLst>
        </pc:spChg>
        <pc:spChg chg="add del mod">
          <ac:chgData name="SAROJ KUMAR NAYAK" userId="30e8417bf0f10a51" providerId="LiveId" clId="{275A51A3-90D9-48BC-88EE-7B0E4688AEB2}" dt="2026-09-25T15:19:18.304" v="182" actId="478"/>
          <ac:spMkLst>
            <pc:docMk/>
            <pc:sldMk cId="0" sldId="262"/>
            <ac:spMk id="4" creationId="{E7018C86-41A6-4AF9-8532-4E39E693E632}"/>
          </ac:spMkLst>
        </pc:spChg>
        <pc:spChg chg="add mod">
          <ac:chgData name="SAROJ KUMAR NAYAK" userId="30e8417bf0f10a51" providerId="LiveId" clId="{275A51A3-90D9-48BC-88EE-7B0E4688AEB2}" dt="2026-09-25T15:22:13.190" v="202" actId="207"/>
          <ac:spMkLst>
            <pc:docMk/>
            <pc:sldMk cId="0" sldId="262"/>
            <ac:spMk id="6" creationId="{AC36488C-AFAD-4001-823C-8FDEC67CFF39}"/>
          </ac:spMkLst>
        </pc:spChg>
        <pc:spChg chg="add del mod">
          <ac:chgData name="SAROJ KUMAR NAYAK" userId="30e8417bf0f10a51" providerId="LiveId" clId="{275A51A3-90D9-48BC-88EE-7B0E4688AEB2}" dt="2026-09-25T15:17:57.690" v="173"/>
          <ac:spMkLst>
            <pc:docMk/>
            <pc:sldMk cId="0" sldId="262"/>
            <ac:spMk id="7" creationId="{BFE9EED1-3B01-4CDC-A95C-84DD6302D4EE}"/>
          </ac:spMkLst>
        </pc:spChg>
        <pc:spChg chg="add del mod">
          <ac:chgData name="SAROJ KUMAR NAYAK" userId="30e8417bf0f10a51" providerId="LiveId" clId="{275A51A3-90D9-48BC-88EE-7B0E4688AEB2}" dt="2026-09-25T15:17:57.690" v="173"/>
          <ac:spMkLst>
            <pc:docMk/>
            <pc:sldMk cId="0" sldId="262"/>
            <ac:spMk id="8" creationId="{A7F8E787-A1F4-4D66-8EE5-8157AF33D440}"/>
          </ac:spMkLst>
        </pc:spChg>
        <pc:spChg chg="add del mod">
          <ac:chgData name="SAROJ KUMAR NAYAK" userId="30e8417bf0f10a51" providerId="LiveId" clId="{275A51A3-90D9-48BC-88EE-7B0E4688AEB2}" dt="2026-09-25T15:19:13.099" v="180" actId="478"/>
          <ac:spMkLst>
            <pc:docMk/>
            <pc:sldMk cId="0" sldId="262"/>
            <ac:spMk id="9" creationId="{CB27F57C-D22F-458D-97A0-352C0124F73C}"/>
          </ac:spMkLst>
        </pc:spChg>
        <pc:spChg chg="add del mod">
          <ac:chgData name="SAROJ KUMAR NAYAK" userId="30e8417bf0f10a51" providerId="LiveId" clId="{275A51A3-90D9-48BC-88EE-7B0E4688AEB2}" dt="2026-09-25T15:19:13.099" v="180" actId="478"/>
          <ac:spMkLst>
            <pc:docMk/>
            <pc:sldMk cId="0" sldId="262"/>
            <ac:spMk id="10" creationId="{0A48F78D-58CF-47B5-A2E1-B666F201ABA3}"/>
          </ac:spMkLst>
        </pc:spChg>
        <pc:spChg chg="add mod">
          <ac:chgData name="SAROJ KUMAR NAYAK" userId="30e8417bf0f10a51" providerId="LiveId" clId="{275A51A3-90D9-48BC-88EE-7B0E4688AEB2}" dt="2026-09-25T15:21:13.070" v="192" actId="1076"/>
          <ac:spMkLst>
            <pc:docMk/>
            <pc:sldMk cId="0" sldId="262"/>
            <ac:spMk id="13" creationId="{C4B815F7-4207-407F-A3E5-75BB90B21A07}"/>
          </ac:spMkLst>
        </pc:spChg>
        <pc:spChg chg="del mod">
          <ac:chgData name="SAROJ KUMAR NAYAK" userId="30e8417bf0f10a51" providerId="LiveId" clId="{275A51A3-90D9-48BC-88EE-7B0E4688AEB2}" dt="2026-09-25T15:12:10.205" v="156" actId="478"/>
          <ac:spMkLst>
            <pc:docMk/>
            <pc:sldMk cId="0" sldId="262"/>
            <ac:spMk id="91" creationId="{00000000-0000-0000-0000-000000000000}"/>
          </ac:spMkLst>
        </pc:spChg>
        <pc:spChg chg="del mod">
          <ac:chgData name="SAROJ KUMAR NAYAK" userId="30e8417bf0f10a51" providerId="LiveId" clId="{275A51A3-90D9-48BC-88EE-7B0E4688AEB2}" dt="2026-09-25T15:12:10.205" v="156" actId="478"/>
          <ac:spMkLst>
            <pc:docMk/>
            <pc:sldMk cId="0" sldId="262"/>
            <ac:spMk id="92" creationId="{00000000-0000-0000-0000-000000000000}"/>
          </ac:spMkLst>
        </pc:spChg>
        <pc:spChg chg="del">
          <ac:chgData name="SAROJ KUMAR NAYAK" userId="30e8417bf0f10a51" providerId="LiveId" clId="{275A51A3-90D9-48BC-88EE-7B0E4688AEB2}" dt="2026-09-25T15:12:10.205" v="156" actId="478"/>
          <ac:spMkLst>
            <pc:docMk/>
            <pc:sldMk cId="0" sldId="262"/>
            <ac:spMk id="93" creationId="{00000000-0000-0000-0000-000000000000}"/>
          </ac:spMkLst>
        </pc:spChg>
      </pc:sldChg>
      <pc:sldChg chg="addSp delSp modSp add del mod modNotes">
        <pc:chgData name="SAROJ KUMAR NAYAK" userId="30e8417bf0f10a51" providerId="LiveId" clId="{275A51A3-90D9-48BC-88EE-7B0E4688AEB2}" dt="2026-09-25T17:47:44.349" v="254" actId="47"/>
        <pc:sldMkLst>
          <pc:docMk/>
          <pc:sldMk cId="0" sldId="263"/>
        </pc:sldMkLst>
        <pc:spChg chg="add del mod">
          <ac:chgData name="SAROJ KUMAR NAYAK" userId="30e8417bf0f10a51" providerId="LiveId" clId="{275A51A3-90D9-48BC-88EE-7B0E4688AEB2}" dt="2026-09-25T15:23:00.931" v="204" actId="478"/>
          <ac:spMkLst>
            <pc:docMk/>
            <pc:sldMk cId="0" sldId="263"/>
            <ac:spMk id="2" creationId="{ADEA5AF2-C243-4B3B-BE8A-10A33B7DAD41}"/>
          </ac:spMkLst>
        </pc:spChg>
        <pc:spChg chg="add del mod">
          <ac:chgData name="SAROJ KUMAR NAYAK" userId="30e8417bf0f10a51" providerId="LiveId" clId="{275A51A3-90D9-48BC-88EE-7B0E4688AEB2}" dt="2026-09-25T15:23:00.931" v="204" actId="478"/>
          <ac:spMkLst>
            <pc:docMk/>
            <pc:sldMk cId="0" sldId="263"/>
            <ac:spMk id="3" creationId="{08C17A33-9A07-467A-9FFE-853A9CFBEC1B}"/>
          </ac:spMkLst>
        </pc:spChg>
        <pc:spChg chg="add mod">
          <ac:chgData name="SAROJ KUMAR NAYAK" userId="30e8417bf0f10a51" providerId="LiveId" clId="{275A51A3-90D9-48BC-88EE-7B0E4688AEB2}" dt="2026-09-25T15:25:04.828" v="238" actId="207"/>
          <ac:spMkLst>
            <pc:docMk/>
            <pc:sldMk cId="0" sldId="263"/>
            <ac:spMk id="5" creationId="{958B5600-2CD0-4EBE-AB4C-C8BF6A877A6C}"/>
          </ac:spMkLst>
        </pc:spChg>
        <pc:spChg chg="add">
          <ac:chgData name="SAROJ KUMAR NAYAK" userId="30e8417bf0f10a51" providerId="LiveId" clId="{275A51A3-90D9-48BC-88EE-7B0E4688AEB2}" dt="2026-09-25T15:25:25.675" v="239" actId="11529"/>
          <ac:spMkLst>
            <pc:docMk/>
            <pc:sldMk cId="0" sldId="263"/>
            <ac:spMk id="6" creationId="{EBD31AFC-6595-4F3C-9FE4-9E776AC9D330}"/>
          </ac:spMkLst>
        </pc:spChg>
        <pc:spChg chg="add mod">
          <ac:chgData name="SAROJ KUMAR NAYAK" userId="30e8417bf0f10a51" providerId="LiveId" clId="{275A51A3-90D9-48BC-88EE-7B0E4688AEB2}" dt="2026-09-25T15:24:12.650" v="232" actId="14100"/>
          <ac:spMkLst>
            <pc:docMk/>
            <pc:sldMk cId="0" sldId="263"/>
            <ac:spMk id="9" creationId="{9E26D89B-E1DF-4243-91A5-2F3ADBDB8E8E}"/>
          </ac:spMkLst>
        </pc:spChg>
        <pc:spChg chg="del mod">
          <ac:chgData name="SAROJ KUMAR NAYAK" userId="30e8417bf0f10a51" providerId="LiveId" clId="{275A51A3-90D9-48BC-88EE-7B0E4688AEB2}" dt="2026-09-25T15:22:58.343" v="203" actId="478"/>
          <ac:spMkLst>
            <pc:docMk/>
            <pc:sldMk cId="0" sldId="263"/>
            <ac:spMk id="98" creationId="{00000000-0000-0000-0000-000000000000}"/>
          </ac:spMkLst>
        </pc:spChg>
        <pc:spChg chg="del mod">
          <ac:chgData name="SAROJ KUMAR NAYAK" userId="30e8417bf0f10a51" providerId="LiveId" clId="{275A51A3-90D9-48BC-88EE-7B0E4688AEB2}" dt="2026-09-25T15:22:58.343" v="203" actId="478"/>
          <ac:spMkLst>
            <pc:docMk/>
            <pc:sldMk cId="0" sldId="263"/>
            <ac:spMk id="99" creationId="{00000000-0000-0000-0000-000000000000}"/>
          </ac:spMkLst>
        </pc:spChg>
        <pc:spChg chg="del">
          <ac:chgData name="SAROJ KUMAR NAYAK" userId="30e8417bf0f10a51" providerId="LiveId" clId="{275A51A3-90D9-48BC-88EE-7B0E4688AEB2}" dt="2026-09-25T15:22:58.343" v="203" actId="478"/>
          <ac:spMkLst>
            <pc:docMk/>
            <pc:sldMk cId="0" sldId="263"/>
            <ac:spMk id="100" creationId="{00000000-0000-0000-0000-000000000000}"/>
          </ac:spMkLst>
        </pc:spChg>
        <pc:spChg chg="del">
          <ac:chgData name="SAROJ KUMAR NAYAK" userId="30e8417bf0f10a51" providerId="LiveId" clId="{275A51A3-90D9-48BC-88EE-7B0E4688AEB2}" dt="2026-09-25T15:22:58.343" v="203" actId="478"/>
          <ac:spMkLst>
            <pc:docMk/>
            <pc:sldMk cId="0" sldId="263"/>
            <ac:spMk id="101" creationId="{00000000-0000-0000-0000-000000000000}"/>
          </ac:spMkLst>
        </pc:spChg>
      </pc:sldChg>
      <pc:sldChg chg="addSp delSp modSp add del mod modNotes">
        <pc:chgData name="SAROJ KUMAR NAYAK" userId="30e8417bf0f10a51" providerId="LiveId" clId="{275A51A3-90D9-48BC-88EE-7B0E4688AEB2}" dt="2026-09-25T17:47:44.349" v="254" actId="47"/>
        <pc:sldMkLst>
          <pc:docMk/>
          <pc:sldMk cId="0" sldId="264"/>
        </pc:sldMkLst>
        <pc:spChg chg="add del mod">
          <ac:chgData name="SAROJ KUMAR NAYAK" userId="30e8417bf0f10a51" providerId="LiveId" clId="{275A51A3-90D9-48BC-88EE-7B0E4688AEB2}" dt="2026-09-25T15:27:23.023" v="243" actId="478"/>
          <ac:spMkLst>
            <pc:docMk/>
            <pc:sldMk cId="0" sldId="264"/>
            <ac:spMk id="2" creationId="{DB1709C6-C8DF-427F-AAE5-D051D6BF7AFA}"/>
          </ac:spMkLst>
        </pc:spChg>
        <pc:spChg chg="del">
          <ac:chgData name="SAROJ KUMAR NAYAK" userId="30e8417bf0f10a51" providerId="LiveId" clId="{275A51A3-90D9-48BC-88EE-7B0E4688AEB2}" dt="2026-09-25T15:27:15.297" v="240" actId="478"/>
          <ac:spMkLst>
            <pc:docMk/>
            <pc:sldMk cId="0" sldId="264"/>
            <ac:spMk id="106" creationId="{00000000-0000-0000-0000-000000000000}"/>
          </ac:spMkLst>
        </pc:spChg>
        <pc:picChg chg="add mod">
          <ac:chgData name="SAROJ KUMAR NAYAK" userId="30e8417bf0f10a51" providerId="LiveId" clId="{275A51A3-90D9-48BC-88EE-7B0E4688AEB2}" dt="2026-09-25T15:28:04.640" v="244"/>
          <ac:picMkLst>
            <pc:docMk/>
            <pc:sldMk cId="0" sldId="264"/>
            <ac:picMk id="4" creationId="{73B179BA-6275-4374-BE2C-CA12065D5716}"/>
          </ac:picMkLst>
        </pc:picChg>
        <pc:picChg chg="del">
          <ac:chgData name="SAROJ KUMAR NAYAK" userId="30e8417bf0f10a51" providerId="LiveId" clId="{275A51A3-90D9-48BC-88EE-7B0E4688AEB2}" dt="2026-09-25T15:27:15.297" v="240" actId="478"/>
          <ac:picMkLst>
            <pc:docMk/>
            <pc:sldMk cId="0" sldId="264"/>
            <ac:picMk id="107" creationId="{00000000-0000-0000-0000-000000000000}"/>
          </ac:picMkLst>
        </pc:picChg>
      </pc:sldChg>
      <pc:sldChg chg="modSp del mod modNotes">
        <pc:chgData name="SAROJ KUMAR NAYAK" userId="30e8417bf0f10a51" providerId="LiveId" clId="{275A51A3-90D9-48BC-88EE-7B0E4688AEB2}" dt="2026-09-25T17:46:54.396" v="245" actId="47"/>
        <pc:sldMkLst>
          <pc:docMk/>
          <pc:sldMk cId="0" sldId="265"/>
        </pc:sldMkLst>
        <pc:spChg chg="mod">
          <ac:chgData name="SAROJ KUMAR NAYAK" userId="30e8417bf0f10a51" providerId="LiveId" clId="{275A51A3-90D9-48BC-88EE-7B0E4688AEB2}" dt="2026-09-25T14:48:27.580" v="0"/>
          <ac:spMkLst>
            <pc:docMk/>
            <pc:sldMk cId="0" sldId="265"/>
            <ac:spMk id="112" creationId="{00000000-0000-0000-0000-000000000000}"/>
          </ac:spMkLst>
        </pc:spChg>
        <pc:spChg chg="mod">
          <ac:chgData name="SAROJ KUMAR NAYAK" userId="30e8417bf0f10a51" providerId="LiveId" clId="{275A51A3-90D9-48BC-88EE-7B0E4688AEB2}" dt="2026-09-25T14:48:27.666" v="3" actId="27636"/>
          <ac:spMkLst>
            <pc:docMk/>
            <pc:sldMk cId="0" sldId="265"/>
            <ac:spMk id="113" creationId="{00000000-0000-0000-0000-000000000000}"/>
          </ac:spMkLst>
        </pc:spChg>
      </pc:sldChg>
      <pc:sldChg chg="modSp del modNotes">
        <pc:chgData name="SAROJ KUMAR NAYAK" userId="30e8417bf0f10a51" providerId="LiveId" clId="{275A51A3-90D9-48BC-88EE-7B0E4688AEB2}" dt="2026-09-25T17:46:58.409" v="246" actId="47"/>
        <pc:sldMkLst>
          <pc:docMk/>
          <pc:sldMk cId="0" sldId="266"/>
        </pc:sldMkLst>
        <pc:spChg chg="mod">
          <ac:chgData name="SAROJ KUMAR NAYAK" userId="30e8417bf0f10a51" providerId="LiveId" clId="{275A51A3-90D9-48BC-88EE-7B0E4688AEB2}" dt="2026-09-25T14:48:27.580" v="0"/>
          <ac:spMkLst>
            <pc:docMk/>
            <pc:sldMk cId="0" sldId="266"/>
            <ac:spMk id="118" creationId="{00000000-0000-0000-0000-000000000000}"/>
          </ac:spMkLst>
        </pc:spChg>
        <pc:spChg chg="mod">
          <ac:chgData name="SAROJ KUMAR NAYAK" userId="30e8417bf0f10a51" providerId="LiveId" clId="{275A51A3-90D9-48BC-88EE-7B0E4688AEB2}" dt="2026-09-25T14:48:27.580" v="0"/>
          <ac:spMkLst>
            <pc:docMk/>
            <pc:sldMk cId="0" sldId="266"/>
            <ac:spMk id="119" creationId="{00000000-0000-0000-0000-000000000000}"/>
          </ac:spMkLst>
        </pc:spChg>
      </pc:sldChg>
      <pc:sldChg chg="modSp del modNotes">
        <pc:chgData name="SAROJ KUMAR NAYAK" userId="30e8417bf0f10a51" providerId="LiveId" clId="{275A51A3-90D9-48BC-88EE-7B0E4688AEB2}" dt="2026-09-25T17:47:02.700" v="247" actId="47"/>
        <pc:sldMkLst>
          <pc:docMk/>
          <pc:sldMk cId="0" sldId="267"/>
        </pc:sldMkLst>
        <pc:spChg chg="mod">
          <ac:chgData name="SAROJ KUMAR NAYAK" userId="30e8417bf0f10a51" providerId="LiveId" clId="{275A51A3-90D9-48BC-88EE-7B0E4688AEB2}" dt="2026-09-25T14:48:27.580" v="0"/>
          <ac:spMkLst>
            <pc:docMk/>
            <pc:sldMk cId="0" sldId="267"/>
            <ac:spMk id="124" creationId="{00000000-0000-0000-0000-000000000000}"/>
          </ac:spMkLst>
        </pc:spChg>
        <pc:spChg chg="mod">
          <ac:chgData name="SAROJ KUMAR NAYAK" userId="30e8417bf0f10a51" providerId="LiveId" clId="{275A51A3-90D9-48BC-88EE-7B0E4688AEB2}" dt="2026-09-25T14:48:27.580" v="0"/>
          <ac:spMkLst>
            <pc:docMk/>
            <pc:sldMk cId="0" sldId="267"/>
            <ac:spMk id="125" creationId="{00000000-0000-0000-0000-000000000000}"/>
          </ac:spMkLst>
        </pc:spChg>
      </pc:sldChg>
      <pc:sldChg chg="del modNotes">
        <pc:chgData name="SAROJ KUMAR NAYAK" userId="30e8417bf0f10a51" providerId="LiveId" clId="{275A51A3-90D9-48BC-88EE-7B0E4688AEB2}" dt="2026-09-25T17:47:14.679" v="248" actId="47"/>
        <pc:sldMkLst>
          <pc:docMk/>
          <pc:sldMk cId="0" sldId="268"/>
        </pc:sldMkLst>
      </pc:sldChg>
      <pc:sldChg chg="addSp delSp modSp add del mod modNotes">
        <pc:chgData name="SAROJ KUMAR NAYAK" userId="30e8417bf0f10a51" providerId="LiveId" clId="{275A51A3-90D9-48BC-88EE-7B0E4688AEB2}" dt="2026-09-25T20:32:43.767" v="1086" actId="403"/>
        <pc:sldMkLst>
          <pc:docMk/>
          <pc:sldMk cId="0" sldId="269"/>
        </pc:sldMkLst>
        <pc:spChg chg="add mod">
          <ac:chgData name="SAROJ KUMAR NAYAK" userId="30e8417bf0f10a51" providerId="LiveId" clId="{275A51A3-90D9-48BC-88EE-7B0E4688AEB2}" dt="2026-09-25T20:32:43.767" v="1086" actId="403"/>
          <ac:spMkLst>
            <pc:docMk/>
            <pc:sldMk cId="0" sldId="269"/>
            <ac:spMk id="5" creationId="{20DE1B7F-7695-4E0F-860F-FD88F9E8C80D}"/>
          </ac:spMkLst>
        </pc:spChg>
        <pc:spChg chg="add mod">
          <ac:chgData name="SAROJ KUMAR NAYAK" userId="30e8417bf0f10a51" providerId="LiveId" clId="{275A51A3-90D9-48BC-88EE-7B0E4688AEB2}" dt="2026-09-25T18:00:21.239" v="284" actId="207"/>
          <ac:spMkLst>
            <pc:docMk/>
            <pc:sldMk cId="0" sldId="269"/>
            <ac:spMk id="6" creationId="{7FDCC9EB-5A61-48F5-808A-C705F8621929}"/>
          </ac:spMkLst>
        </pc:spChg>
        <pc:spChg chg="del mod">
          <ac:chgData name="SAROJ KUMAR NAYAK" userId="30e8417bf0f10a51" providerId="LiveId" clId="{275A51A3-90D9-48BC-88EE-7B0E4688AEB2}" dt="2026-09-25T17:47:53.179" v="256" actId="478"/>
          <ac:spMkLst>
            <pc:docMk/>
            <pc:sldMk cId="0" sldId="269"/>
            <ac:spMk id="135" creationId="{00000000-0000-0000-0000-000000000000}"/>
          </ac:spMkLst>
        </pc:spChg>
        <pc:graphicFrameChg chg="add mod">
          <ac:chgData name="SAROJ KUMAR NAYAK" userId="30e8417bf0f10a51" providerId="LiveId" clId="{275A51A3-90D9-48BC-88EE-7B0E4688AEB2}" dt="2026-09-25T17:57:20.668" v="261"/>
          <ac:graphicFrameMkLst>
            <pc:docMk/>
            <pc:sldMk cId="0" sldId="269"/>
            <ac:graphicFrameMk id="3" creationId="{D3ED8A29-22E9-4803-9E46-935A2ED5B4C2}"/>
          </ac:graphicFrameMkLst>
        </pc:graphicFrameChg>
        <pc:picChg chg="add mod">
          <ac:chgData name="SAROJ KUMAR NAYAK" userId="30e8417bf0f10a51" providerId="LiveId" clId="{275A51A3-90D9-48BC-88EE-7B0E4688AEB2}" dt="2026-09-25T17:59:27.829" v="274" actId="14100"/>
          <ac:picMkLst>
            <pc:docMk/>
            <pc:sldMk cId="0" sldId="269"/>
            <ac:picMk id="4" creationId="{08BE4333-C54E-45C0-8FAA-3F0E6AF7A16A}"/>
          </ac:picMkLst>
        </pc:picChg>
      </pc:sldChg>
      <pc:sldChg chg="addSp delSp modSp add del mod modNotes">
        <pc:chgData name="SAROJ KUMAR NAYAK" userId="30e8417bf0f10a51" providerId="LiveId" clId="{275A51A3-90D9-48BC-88EE-7B0E4688AEB2}" dt="2026-09-25T20:37:47.061" v="1097" actId="14100"/>
        <pc:sldMkLst>
          <pc:docMk/>
          <pc:sldMk cId="0" sldId="270"/>
        </pc:sldMkLst>
        <pc:spChg chg="del">
          <ac:chgData name="SAROJ KUMAR NAYAK" userId="30e8417bf0f10a51" providerId="LiveId" clId="{275A51A3-90D9-48BC-88EE-7B0E4688AEB2}" dt="2026-09-25T20:06:44.662" v="918" actId="478"/>
          <ac:spMkLst>
            <pc:docMk/>
            <pc:sldMk cId="0" sldId="270"/>
            <ac:spMk id="140" creationId="{00000000-0000-0000-0000-000000000000}"/>
          </ac:spMkLst>
        </pc:spChg>
        <pc:spChg chg="del">
          <ac:chgData name="SAROJ KUMAR NAYAK" userId="30e8417bf0f10a51" providerId="LiveId" clId="{275A51A3-90D9-48BC-88EE-7B0E4688AEB2}" dt="2026-09-25T20:06:44.662" v="918" actId="478"/>
          <ac:spMkLst>
            <pc:docMk/>
            <pc:sldMk cId="0" sldId="270"/>
            <ac:spMk id="142" creationId="{00000000-0000-0000-0000-000000000000}"/>
          </ac:spMkLst>
        </pc:spChg>
        <pc:spChg chg="del">
          <ac:chgData name="SAROJ KUMAR NAYAK" userId="30e8417bf0f10a51" providerId="LiveId" clId="{275A51A3-90D9-48BC-88EE-7B0E4688AEB2}" dt="2026-09-25T20:06:44.662" v="918" actId="478"/>
          <ac:spMkLst>
            <pc:docMk/>
            <pc:sldMk cId="0" sldId="270"/>
            <ac:spMk id="143" creationId="{00000000-0000-0000-0000-000000000000}"/>
          </ac:spMkLst>
        </pc:spChg>
        <pc:spChg chg="del">
          <ac:chgData name="SAROJ KUMAR NAYAK" userId="30e8417bf0f10a51" providerId="LiveId" clId="{275A51A3-90D9-48BC-88EE-7B0E4688AEB2}" dt="2026-09-25T20:06:44.662" v="918" actId="478"/>
          <ac:spMkLst>
            <pc:docMk/>
            <pc:sldMk cId="0" sldId="270"/>
            <ac:spMk id="144" creationId="{00000000-0000-0000-0000-000000000000}"/>
          </ac:spMkLst>
        </pc:spChg>
        <pc:picChg chg="add del mod">
          <ac:chgData name="SAROJ KUMAR NAYAK" userId="30e8417bf0f10a51" providerId="LiveId" clId="{275A51A3-90D9-48BC-88EE-7B0E4688AEB2}" dt="2026-09-25T20:37:34.138" v="1092" actId="478"/>
          <ac:picMkLst>
            <pc:docMk/>
            <pc:sldMk cId="0" sldId="270"/>
            <ac:picMk id="3" creationId="{125EDDED-7077-4ED0-8CF2-8E59BF8D87E2}"/>
          </ac:picMkLst>
        </pc:picChg>
        <pc:picChg chg="add mod">
          <ac:chgData name="SAROJ KUMAR NAYAK" userId="30e8417bf0f10a51" providerId="LiveId" clId="{275A51A3-90D9-48BC-88EE-7B0E4688AEB2}" dt="2026-09-25T20:37:47.061" v="1097" actId="14100"/>
          <ac:picMkLst>
            <pc:docMk/>
            <pc:sldMk cId="0" sldId="270"/>
            <ac:picMk id="5" creationId="{774CA9C0-590B-4CF5-9733-82BE3006ED3C}"/>
          </ac:picMkLst>
        </pc:picChg>
        <pc:picChg chg="del">
          <ac:chgData name="SAROJ KUMAR NAYAK" userId="30e8417bf0f10a51" providerId="LiveId" clId="{275A51A3-90D9-48BC-88EE-7B0E4688AEB2}" dt="2026-09-25T20:06:44.662" v="918" actId="478"/>
          <ac:picMkLst>
            <pc:docMk/>
            <pc:sldMk cId="0" sldId="270"/>
            <ac:picMk id="141" creationId="{00000000-0000-0000-0000-000000000000}"/>
          </ac:picMkLst>
        </pc:picChg>
      </pc:sldChg>
      <pc:sldChg chg="del modNotes">
        <pc:chgData name="SAROJ KUMAR NAYAK" userId="30e8417bf0f10a51" providerId="LiveId" clId="{275A51A3-90D9-48BC-88EE-7B0E4688AEB2}" dt="2026-09-25T17:47:25.160" v="249" actId="47"/>
        <pc:sldMkLst>
          <pc:docMk/>
          <pc:sldMk cId="1368217285" sldId="271"/>
        </pc:sldMkLst>
        <pc:spChg chg="add mod">
          <ac:chgData name="SAROJ KUMAR NAYAK" userId="30e8417bf0f10a51" providerId="LiveId" clId="{275A51A3-90D9-48BC-88EE-7B0E4688AEB2}" dt="2026-09-25T18:01:43.219" v="294" actId="3062"/>
          <ac:spMkLst>
            <pc:docMk/>
            <pc:sldMk cId="1368217285" sldId="271"/>
            <ac:spMk id="2" creationId="{489CDE58-A4E4-4C19-8AEE-345DEAFF3182}"/>
          </ac:spMkLst>
        </pc:spChg>
        <pc:spChg chg="add mod">
          <ac:chgData name="SAROJ KUMAR NAYAK" userId="30e8417bf0f10a51" providerId="LiveId" clId="{275A51A3-90D9-48BC-88EE-7B0E4688AEB2}" dt="2026-09-25T18:05:50.309" v="309" actId="13822"/>
          <ac:spMkLst>
            <pc:docMk/>
            <pc:sldMk cId="1368217285" sldId="271"/>
            <ac:spMk id="5" creationId="{15CCBF46-26DD-46DE-A823-45C21E5B942D}"/>
          </ac:spMkLst>
        </pc:spChg>
        <pc:picChg chg="add mod">
          <ac:chgData name="SAROJ KUMAR NAYAK" userId="30e8417bf0f10a51" providerId="LiveId" clId="{275A51A3-90D9-48BC-88EE-7B0E4688AEB2}" dt="2026-09-25T18:04:46.459" v="299" actId="14100"/>
          <ac:picMkLst>
            <pc:docMk/>
            <pc:sldMk cId="1368217285" sldId="271"/>
            <ac:picMk id="4" creationId="{AB04E4A5-DB96-416E-B04C-D564398E32DD}"/>
          </ac:picMkLst>
        </pc:picChg>
      </pc:sldChg>
      <pc:sldChg chg="del modNotes">
        <pc:chgData name="SAROJ KUMAR NAYAK" userId="30e8417bf0f10a51" providerId="LiveId" clId="{275A51A3-90D9-48BC-88EE-7B0E4688AEB2}" dt="2026-09-25T17:47:27.994" v="250" actId="47"/>
        <pc:sldMkLst>
          <pc:docMk/>
          <pc:sldMk cId="3191586811" sldId="272"/>
        </pc:sldMkLst>
        <pc:spChg chg="add del mod">
          <ac:chgData name="SAROJ KUMAR NAYAK" userId="30e8417bf0f10a51" providerId="LiveId" clId="{275A51A3-90D9-48BC-88EE-7B0E4688AEB2}" dt="2026-09-25T18:30:43.461" v="319" actId="11529"/>
          <ac:spMkLst>
            <pc:docMk/>
            <pc:sldMk cId="3191586811" sldId="272"/>
            <ac:spMk id="4" creationId="{4E55301B-5777-4F4B-ACD2-A116375BAE58}"/>
          </ac:spMkLst>
        </pc:spChg>
        <pc:spChg chg="add mod">
          <ac:chgData name="SAROJ KUMAR NAYAK" userId="30e8417bf0f10a51" providerId="LiveId" clId="{275A51A3-90D9-48BC-88EE-7B0E4688AEB2}" dt="2026-09-25T18:33:08.544" v="339" actId="404"/>
          <ac:spMkLst>
            <pc:docMk/>
            <pc:sldMk cId="3191586811" sldId="272"/>
            <ac:spMk id="5" creationId="{F2AAB244-2AA5-4D26-B655-EE9BEE536CCB}"/>
          </ac:spMkLst>
        </pc:spChg>
        <pc:spChg chg="add mod">
          <ac:chgData name="SAROJ KUMAR NAYAK" userId="30e8417bf0f10a51" providerId="LiveId" clId="{275A51A3-90D9-48BC-88EE-7B0E4688AEB2}" dt="2026-09-25T18:34:34.390" v="359" actId="1076"/>
          <ac:spMkLst>
            <pc:docMk/>
            <pc:sldMk cId="3191586811" sldId="272"/>
            <ac:spMk id="6" creationId="{BE57A6BA-7425-4BD4-9BDB-D9118B2D913D}"/>
          </ac:spMkLst>
        </pc:spChg>
        <pc:spChg chg="add del">
          <ac:chgData name="SAROJ KUMAR NAYAK" userId="30e8417bf0f10a51" providerId="LiveId" clId="{275A51A3-90D9-48BC-88EE-7B0E4688AEB2}" dt="2026-09-25T18:32:59.370" v="334"/>
          <ac:spMkLst>
            <pc:docMk/>
            <pc:sldMk cId="3191586811" sldId="272"/>
            <ac:spMk id="7" creationId="{9B88F7A4-BF2E-4F25-A768-E5683A62B4AE}"/>
          </ac:spMkLst>
        </pc:spChg>
        <pc:spChg chg="add del mod">
          <ac:chgData name="SAROJ KUMAR NAYAK" userId="30e8417bf0f10a51" providerId="LiveId" clId="{275A51A3-90D9-48BC-88EE-7B0E4688AEB2}" dt="2026-09-25T18:33:15.599" v="344"/>
          <ac:spMkLst>
            <pc:docMk/>
            <pc:sldMk cId="3191586811" sldId="272"/>
            <ac:spMk id="8" creationId="{22678207-4D46-43DC-B7C1-3868AD9FAB9F}"/>
          </ac:spMkLst>
        </pc:spChg>
        <pc:spChg chg="add del">
          <ac:chgData name="SAROJ KUMAR NAYAK" userId="30e8417bf0f10a51" providerId="LiveId" clId="{275A51A3-90D9-48BC-88EE-7B0E4688AEB2}" dt="2026-09-25T18:33:28.509" v="348"/>
          <ac:spMkLst>
            <pc:docMk/>
            <pc:sldMk cId="3191586811" sldId="272"/>
            <ac:spMk id="9" creationId="{7AAF446B-3195-4A4E-931C-B3D61E2ABBD7}"/>
          </ac:spMkLst>
        </pc:spChg>
        <pc:spChg chg="add del mod">
          <ac:chgData name="SAROJ KUMAR NAYAK" userId="30e8417bf0f10a51" providerId="LiveId" clId="{275A51A3-90D9-48BC-88EE-7B0E4688AEB2}" dt="2026-09-25T18:33:27.831" v="347"/>
          <ac:spMkLst>
            <pc:docMk/>
            <pc:sldMk cId="3191586811" sldId="272"/>
            <ac:spMk id="10" creationId="{FC63A21E-540C-4371-8CAB-23B24390C325}"/>
          </ac:spMkLst>
        </pc:spChg>
        <pc:spChg chg="add del">
          <ac:chgData name="SAROJ KUMAR NAYAK" userId="30e8417bf0f10a51" providerId="LiveId" clId="{275A51A3-90D9-48BC-88EE-7B0E4688AEB2}" dt="2026-09-25T18:33:37.032" v="351"/>
          <ac:spMkLst>
            <pc:docMk/>
            <pc:sldMk cId="3191586811" sldId="272"/>
            <ac:spMk id="11" creationId="{E8544A70-60F6-458E-B89A-0B6D3510F66A}"/>
          </ac:spMkLst>
        </pc:spChg>
        <pc:spChg chg="add mod">
          <ac:chgData name="SAROJ KUMAR NAYAK" userId="30e8417bf0f10a51" providerId="LiveId" clId="{275A51A3-90D9-48BC-88EE-7B0E4688AEB2}" dt="2026-09-25T18:36:48.531" v="375" actId="13822"/>
          <ac:spMkLst>
            <pc:docMk/>
            <pc:sldMk cId="3191586811" sldId="272"/>
            <ac:spMk id="12" creationId="{96F517E8-6208-4CE2-AD2E-2CD6E6CBD6E1}"/>
          </ac:spMkLst>
        </pc:spChg>
        <pc:spChg chg="add mod">
          <ac:chgData name="SAROJ KUMAR NAYAK" userId="30e8417bf0f10a51" providerId="LiveId" clId="{275A51A3-90D9-48BC-88EE-7B0E4688AEB2}" dt="2026-09-25T18:36:01.178" v="372" actId="13822"/>
          <ac:spMkLst>
            <pc:docMk/>
            <pc:sldMk cId="3191586811" sldId="272"/>
            <ac:spMk id="13" creationId="{27C19122-4D89-4D00-B9E7-5C2A81476DCB}"/>
          </ac:spMkLst>
        </pc:spChg>
        <pc:picChg chg="add mod">
          <ac:chgData name="SAROJ KUMAR NAYAK" userId="30e8417bf0f10a51" providerId="LiveId" clId="{275A51A3-90D9-48BC-88EE-7B0E4688AEB2}" dt="2026-09-25T18:33:08.544" v="339" actId="404"/>
          <ac:picMkLst>
            <pc:docMk/>
            <pc:sldMk cId="3191586811" sldId="272"/>
            <ac:picMk id="3" creationId="{F7DE9177-4218-4298-B4E8-E9853C35B0AC}"/>
          </ac:picMkLst>
        </pc:picChg>
      </pc:sldChg>
      <pc:sldChg chg="del modNotes">
        <pc:chgData name="SAROJ KUMAR NAYAK" userId="30e8417bf0f10a51" providerId="LiveId" clId="{275A51A3-90D9-48BC-88EE-7B0E4688AEB2}" dt="2026-09-25T17:47:30.518" v="251" actId="47"/>
        <pc:sldMkLst>
          <pc:docMk/>
          <pc:sldMk cId="1046186577" sldId="273"/>
        </pc:sldMkLst>
        <pc:spChg chg="add del">
          <ac:chgData name="SAROJ KUMAR NAYAK" userId="30e8417bf0f10a51" providerId="LiveId" clId="{275A51A3-90D9-48BC-88EE-7B0E4688AEB2}" dt="2026-09-25T18:44:37.792" v="384" actId="478"/>
          <ac:spMkLst>
            <pc:docMk/>
            <pc:sldMk cId="1046186577" sldId="273"/>
            <ac:spMk id="4" creationId="{1B1F1A0A-970B-4020-AF65-1026A1E3218A}"/>
          </ac:spMkLst>
        </pc:spChg>
        <pc:spChg chg="add mod">
          <ac:chgData name="SAROJ KUMAR NAYAK" userId="30e8417bf0f10a51" providerId="LiveId" clId="{275A51A3-90D9-48BC-88EE-7B0E4688AEB2}" dt="2026-09-25T18:46:13.083" v="397" actId="3062"/>
          <ac:spMkLst>
            <pc:docMk/>
            <pc:sldMk cId="1046186577" sldId="273"/>
            <ac:spMk id="7" creationId="{90D2A5EE-4A79-4230-BBD6-B43271CEE769}"/>
          </ac:spMkLst>
        </pc:spChg>
        <pc:spChg chg="add mod">
          <ac:chgData name="SAROJ KUMAR NAYAK" userId="30e8417bf0f10a51" providerId="LiveId" clId="{275A51A3-90D9-48BC-88EE-7B0E4688AEB2}" dt="2026-09-25T18:47:25.199" v="411" actId="1076"/>
          <ac:spMkLst>
            <pc:docMk/>
            <pc:sldMk cId="1046186577" sldId="273"/>
            <ac:spMk id="9" creationId="{EF8B5BF2-1EA8-47F7-8E71-826D76D7CFED}"/>
          </ac:spMkLst>
        </pc:spChg>
        <pc:spChg chg="add mod">
          <ac:chgData name="SAROJ KUMAR NAYAK" userId="30e8417bf0f10a51" providerId="LiveId" clId="{275A51A3-90D9-48BC-88EE-7B0E4688AEB2}" dt="2026-09-25T18:47:27.729" v="412" actId="1076"/>
          <ac:spMkLst>
            <pc:docMk/>
            <pc:sldMk cId="1046186577" sldId="273"/>
            <ac:spMk id="10" creationId="{29FE8356-DCB0-4ED8-9848-E54A9AD43BAB}"/>
          </ac:spMkLst>
        </pc:spChg>
        <pc:spChg chg="add mod">
          <ac:chgData name="SAROJ KUMAR NAYAK" userId="30e8417bf0f10a51" providerId="LiveId" clId="{275A51A3-90D9-48BC-88EE-7B0E4688AEB2}" dt="2026-09-25T18:48:06.109" v="574" actId="1035"/>
          <ac:spMkLst>
            <pc:docMk/>
            <pc:sldMk cId="1046186577" sldId="273"/>
            <ac:spMk id="11" creationId="{E8A46E00-728D-41C0-AB29-E0A95A1EB9A6}"/>
          </ac:spMkLst>
        </pc:spChg>
        <pc:spChg chg="add mod">
          <ac:chgData name="SAROJ KUMAR NAYAK" userId="30e8417bf0f10a51" providerId="LiveId" clId="{275A51A3-90D9-48BC-88EE-7B0E4688AEB2}" dt="2026-09-25T18:47:50.859" v="502" actId="1037"/>
          <ac:spMkLst>
            <pc:docMk/>
            <pc:sldMk cId="1046186577" sldId="273"/>
            <ac:spMk id="12" creationId="{ECFA97B7-3419-456E-920A-A657466FAB08}"/>
          </ac:spMkLst>
        </pc:spChg>
        <pc:picChg chg="add del mod">
          <ac:chgData name="SAROJ KUMAR NAYAK" userId="30e8417bf0f10a51" providerId="LiveId" clId="{275A51A3-90D9-48BC-88EE-7B0E4688AEB2}" dt="2026-09-25T18:44:21.199" v="379" actId="478"/>
          <ac:picMkLst>
            <pc:docMk/>
            <pc:sldMk cId="1046186577" sldId="273"/>
            <ac:picMk id="3" creationId="{8CD2114F-B656-4C03-937F-3490BF18E642}"/>
          </ac:picMkLst>
        </pc:picChg>
        <pc:picChg chg="add mod">
          <ac:chgData name="SAROJ KUMAR NAYAK" userId="30e8417bf0f10a51" providerId="LiveId" clId="{275A51A3-90D9-48BC-88EE-7B0E4688AEB2}" dt="2026-09-25T18:44:50.991" v="388" actId="14100"/>
          <ac:picMkLst>
            <pc:docMk/>
            <pc:sldMk cId="1046186577" sldId="273"/>
            <ac:picMk id="6" creationId="{2ABDDBC1-180E-4853-A204-FE4B3166AA29}"/>
          </ac:picMkLst>
        </pc:picChg>
      </pc:sldChg>
      <pc:sldChg chg="addSp delSp modSp new mod">
        <pc:chgData name="SAROJ KUMAR NAYAK" userId="30e8417bf0f10a51" providerId="LiveId" clId="{275A51A3-90D9-48BC-88EE-7B0E4688AEB2}" dt="2026-09-26T09:31:13.530" v="1100" actId="14100"/>
        <pc:sldMkLst>
          <pc:docMk/>
          <pc:sldMk cId="271815365" sldId="274"/>
        </pc:sldMkLst>
        <pc:picChg chg="add del mod">
          <ac:chgData name="SAROJ KUMAR NAYAK" userId="30e8417bf0f10a51" providerId="LiveId" clId="{275A51A3-90D9-48BC-88EE-7B0E4688AEB2}" dt="2026-09-26T09:31:05.717" v="1098" actId="478"/>
          <ac:picMkLst>
            <pc:docMk/>
            <pc:sldMk cId="271815365" sldId="274"/>
            <ac:picMk id="3" creationId="{163728AE-C8DD-4DE9-928B-BD72B42C9AC1}"/>
          </ac:picMkLst>
        </pc:picChg>
        <pc:picChg chg="add mod">
          <ac:chgData name="SAROJ KUMAR NAYAK" userId="30e8417bf0f10a51" providerId="LiveId" clId="{275A51A3-90D9-48BC-88EE-7B0E4688AEB2}" dt="2026-09-26T09:31:13.530" v="1100" actId="14100"/>
          <ac:picMkLst>
            <pc:docMk/>
            <pc:sldMk cId="271815365" sldId="274"/>
            <ac:picMk id="4" creationId="{01A4B00E-F424-4E66-9113-BA4F6A6137E8}"/>
          </ac:picMkLst>
        </pc:picChg>
      </pc:sldChg>
      <pc:sldChg chg="addSp modSp new mod">
        <pc:chgData name="SAROJ KUMAR NAYAK" userId="30e8417bf0f10a51" providerId="LiveId" clId="{275A51A3-90D9-48BC-88EE-7B0E4688AEB2}" dt="2026-09-25T18:58:48.952" v="593" actId="20577"/>
        <pc:sldMkLst>
          <pc:docMk/>
          <pc:sldMk cId="2037731150" sldId="275"/>
        </pc:sldMkLst>
        <pc:spChg chg="add mod">
          <ac:chgData name="SAROJ KUMAR NAYAK" userId="30e8417bf0f10a51" providerId="LiveId" clId="{275A51A3-90D9-48BC-88EE-7B0E4688AEB2}" dt="2026-09-25T18:57:36.859" v="585" actId="13822"/>
          <ac:spMkLst>
            <pc:docMk/>
            <pc:sldMk cId="2037731150" sldId="275"/>
            <ac:spMk id="4" creationId="{DB0125AB-8F92-49C7-B11F-7105E2C03302}"/>
          </ac:spMkLst>
        </pc:spChg>
        <pc:spChg chg="add mod">
          <ac:chgData name="SAROJ KUMAR NAYAK" userId="30e8417bf0f10a51" providerId="LiveId" clId="{275A51A3-90D9-48BC-88EE-7B0E4688AEB2}" dt="2026-09-25T18:58:48.952" v="593" actId="20577"/>
          <ac:spMkLst>
            <pc:docMk/>
            <pc:sldMk cId="2037731150" sldId="275"/>
            <ac:spMk id="6" creationId="{2714648B-99B1-41AE-901C-FC6934E5194E}"/>
          </ac:spMkLst>
        </pc:spChg>
        <pc:picChg chg="add mod">
          <ac:chgData name="SAROJ KUMAR NAYAK" userId="30e8417bf0f10a51" providerId="LiveId" clId="{275A51A3-90D9-48BC-88EE-7B0E4688AEB2}" dt="2026-09-25T18:57:02.630" v="580" actId="14100"/>
          <ac:picMkLst>
            <pc:docMk/>
            <pc:sldMk cId="2037731150" sldId="275"/>
            <ac:picMk id="3" creationId="{A0962AA1-2C98-4070-9D70-DEBC0166CDBD}"/>
          </ac:picMkLst>
        </pc:picChg>
      </pc:sldChg>
      <pc:sldChg chg="addSp delSp modSp new mod">
        <pc:chgData name="SAROJ KUMAR NAYAK" userId="30e8417bf0f10a51" providerId="LiveId" clId="{275A51A3-90D9-48BC-88EE-7B0E4688AEB2}" dt="2026-09-25T19:03:31.375" v="649" actId="207"/>
        <pc:sldMkLst>
          <pc:docMk/>
          <pc:sldMk cId="1454210819" sldId="276"/>
        </pc:sldMkLst>
        <pc:spChg chg="add mod">
          <ac:chgData name="SAROJ KUMAR NAYAK" userId="30e8417bf0f10a51" providerId="LiveId" clId="{275A51A3-90D9-48BC-88EE-7B0E4688AEB2}" dt="2026-09-25T19:03:01.366" v="646" actId="207"/>
          <ac:spMkLst>
            <pc:docMk/>
            <pc:sldMk cId="1454210819" sldId="276"/>
            <ac:spMk id="2" creationId="{30D74C1B-632E-409A-AD49-F2D909A7907C}"/>
          </ac:spMkLst>
        </pc:spChg>
        <pc:spChg chg="add del">
          <ac:chgData name="SAROJ KUMAR NAYAK" userId="30e8417bf0f10a51" providerId="LiveId" clId="{275A51A3-90D9-48BC-88EE-7B0E4688AEB2}" dt="2026-09-25T19:00:14.040" v="604" actId="478"/>
          <ac:spMkLst>
            <pc:docMk/>
            <pc:sldMk cId="1454210819" sldId="276"/>
            <ac:spMk id="3" creationId="{719BE05F-4125-4D38-A562-EF346640E61E}"/>
          </ac:spMkLst>
        </pc:spChg>
        <pc:spChg chg="add mod">
          <ac:chgData name="SAROJ KUMAR NAYAK" userId="30e8417bf0f10a51" providerId="LiveId" clId="{275A51A3-90D9-48BC-88EE-7B0E4688AEB2}" dt="2026-09-25T19:02:51.430" v="645" actId="1076"/>
          <ac:spMkLst>
            <pc:docMk/>
            <pc:sldMk cId="1454210819" sldId="276"/>
            <ac:spMk id="4" creationId="{540166A6-7CA4-4ECE-91F0-56BE8DF0FAF8}"/>
          </ac:spMkLst>
        </pc:spChg>
        <pc:spChg chg="add mod">
          <ac:chgData name="SAROJ KUMAR NAYAK" userId="30e8417bf0f10a51" providerId="LiveId" clId="{275A51A3-90D9-48BC-88EE-7B0E4688AEB2}" dt="2026-09-25T19:02:51.430" v="645" actId="1076"/>
          <ac:spMkLst>
            <pc:docMk/>
            <pc:sldMk cId="1454210819" sldId="276"/>
            <ac:spMk id="5" creationId="{A6DE9FEA-810F-408A-8FCF-D1AAFAA0E359}"/>
          </ac:spMkLst>
        </pc:spChg>
        <pc:spChg chg="add mod">
          <ac:chgData name="SAROJ KUMAR NAYAK" userId="30e8417bf0f10a51" providerId="LiveId" clId="{275A51A3-90D9-48BC-88EE-7B0E4688AEB2}" dt="2026-09-25T19:03:31.375" v="649" actId="207"/>
          <ac:spMkLst>
            <pc:docMk/>
            <pc:sldMk cId="1454210819" sldId="276"/>
            <ac:spMk id="6" creationId="{4E1F39B2-EEC1-488B-990C-CB7C3BC98983}"/>
          </ac:spMkLst>
        </pc:spChg>
      </pc:sldChg>
      <pc:sldChg chg="addSp modSp new mod">
        <pc:chgData name="SAROJ KUMAR NAYAK" userId="30e8417bf0f10a51" providerId="LiveId" clId="{275A51A3-90D9-48BC-88EE-7B0E4688AEB2}" dt="2026-09-25T19:14:40.380" v="717" actId="14100"/>
        <pc:sldMkLst>
          <pc:docMk/>
          <pc:sldMk cId="3066530854" sldId="277"/>
        </pc:sldMkLst>
        <pc:spChg chg="add mod">
          <ac:chgData name="SAROJ KUMAR NAYAK" userId="30e8417bf0f10a51" providerId="LiveId" clId="{275A51A3-90D9-48BC-88EE-7B0E4688AEB2}" dt="2026-09-25T19:04:44.899" v="657" actId="3062"/>
          <ac:spMkLst>
            <pc:docMk/>
            <pc:sldMk cId="3066530854" sldId="277"/>
            <ac:spMk id="2" creationId="{AB2B47FC-3FB1-4DFD-B821-B008C92D6D91}"/>
          </ac:spMkLst>
        </pc:spChg>
        <pc:spChg chg="add mod">
          <ac:chgData name="SAROJ KUMAR NAYAK" userId="30e8417bf0f10a51" providerId="LiveId" clId="{275A51A3-90D9-48BC-88EE-7B0E4688AEB2}" dt="2026-09-25T19:07:47.829" v="687" actId="1076"/>
          <ac:spMkLst>
            <pc:docMk/>
            <pc:sldMk cId="3066530854" sldId="277"/>
            <ac:spMk id="3" creationId="{2BAB2C74-705A-4111-8BD5-2F1031E30356}"/>
          </ac:spMkLst>
        </pc:spChg>
        <pc:picChg chg="add mod">
          <ac:chgData name="SAROJ KUMAR NAYAK" userId="30e8417bf0f10a51" providerId="LiveId" clId="{275A51A3-90D9-48BC-88EE-7B0E4688AEB2}" dt="2026-09-25T19:08:42.319" v="704" actId="1076"/>
          <ac:picMkLst>
            <pc:docMk/>
            <pc:sldMk cId="3066530854" sldId="277"/>
            <ac:picMk id="5" creationId="{B7D53C4B-E2AF-486B-83F4-601BB3EF0BB4}"/>
          </ac:picMkLst>
        </pc:picChg>
        <pc:picChg chg="add mod">
          <ac:chgData name="SAROJ KUMAR NAYAK" userId="30e8417bf0f10a51" providerId="LiveId" clId="{275A51A3-90D9-48BC-88EE-7B0E4688AEB2}" dt="2026-09-25T19:11:55.370" v="710" actId="14100"/>
          <ac:picMkLst>
            <pc:docMk/>
            <pc:sldMk cId="3066530854" sldId="277"/>
            <ac:picMk id="7" creationId="{6FD78363-DB79-4066-8B70-34629AA9069D}"/>
          </ac:picMkLst>
        </pc:picChg>
        <pc:picChg chg="add mod">
          <ac:chgData name="SAROJ KUMAR NAYAK" userId="30e8417bf0f10a51" providerId="LiveId" clId="{275A51A3-90D9-48BC-88EE-7B0E4688AEB2}" dt="2026-09-25T19:14:40.380" v="717" actId="14100"/>
          <ac:picMkLst>
            <pc:docMk/>
            <pc:sldMk cId="3066530854" sldId="277"/>
            <ac:picMk id="9" creationId="{0A17CD7E-227A-4176-9A2D-81D599E23E51}"/>
          </ac:picMkLst>
        </pc:picChg>
      </pc:sldChg>
      <pc:sldChg chg="addSp delSp modSp new mod">
        <pc:chgData name="SAROJ KUMAR NAYAK" userId="30e8417bf0f10a51" providerId="LiveId" clId="{275A51A3-90D9-48BC-88EE-7B0E4688AEB2}" dt="2026-09-25T19:20:13.622" v="753" actId="207"/>
        <pc:sldMkLst>
          <pc:docMk/>
          <pc:sldMk cId="1932306902" sldId="278"/>
        </pc:sldMkLst>
        <pc:spChg chg="add mod">
          <ac:chgData name="SAROJ KUMAR NAYAK" userId="30e8417bf0f10a51" providerId="LiveId" clId="{275A51A3-90D9-48BC-88EE-7B0E4688AEB2}" dt="2026-09-25T19:19:04.899" v="736" actId="207"/>
          <ac:spMkLst>
            <pc:docMk/>
            <pc:sldMk cId="1932306902" sldId="278"/>
            <ac:spMk id="4" creationId="{FE6CDDA2-8E14-4F1E-B6EF-8B1842E36F8D}"/>
          </ac:spMkLst>
        </pc:spChg>
        <pc:spChg chg="add del">
          <ac:chgData name="SAROJ KUMAR NAYAK" userId="30e8417bf0f10a51" providerId="LiveId" clId="{275A51A3-90D9-48BC-88EE-7B0E4688AEB2}" dt="2026-09-25T19:19:29.118" v="742" actId="478"/>
          <ac:spMkLst>
            <pc:docMk/>
            <pc:sldMk cId="1932306902" sldId="278"/>
            <ac:spMk id="5" creationId="{6C61CBC4-7EEE-4F0A-B191-83C90805CCE8}"/>
          </ac:spMkLst>
        </pc:spChg>
        <pc:spChg chg="add mod">
          <ac:chgData name="SAROJ KUMAR NAYAK" userId="30e8417bf0f10a51" providerId="LiveId" clId="{275A51A3-90D9-48BC-88EE-7B0E4688AEB2}" dt="2026-09-25T19:20:13.622" v="753" actId="207"/>
          <ac:spMkLst>
            <pc:docMk/>
            <pc:sldMk cId="1932306902" sldId="278"/>
            <ac:spMk id="6" creationId="{5A0ACA57-DF65-4486-B884-B9DC0D3C65D5}"/>
          </ac:spMkLst>
        </pc:spChg>
        <pc:graphicFrameChg chg="add mod">
          <ac:chgData name="SAROJ KUMAR NAYAK" userId="30e8417bf0f10a51" providerId="LiveId" clId="{275A51A3-90D9-48BC-88EE-7B0E4688AEB2}" dt="2026-09-25T19:19:21.139" v="740" actId="14100"/>
          <ac:graphicFrameMkLst>
            <pc:docMk/>
            <pc:sldMk cId="1932306902" sldId="278"/>
            <ac:graphicFrameMk id="2" creationId="{60AC77FF-3469-42A7-95EE-F32AA9F74E08}"/>
          </ac:graphicFrameMkLst>
        </pc:graphicFrameChg>
      </pc:sldChg>
      <pc:sldChg chg="addSp modSp new mod">
        <pc:chgData name="SAROJ KUMAR NAYAK" userId="30e8417bf0f10a51" providerId="LiveId" clId="{275A51A3-90D9-48BC-88EE-7B0E4688AEB2}" dt="2026-09-25T19:30:06.089" v="777" actId="207"/>
        <pc:sldMkLst>
          <pc:docMk/>
          <pc:sldMk cId="3608134194" sldId="279"/>
        </pc:sldMkLst>
        <pc:spChg chg="add mod">
          <ac:chgData name="SAROJ KUMAR NAYAK" userId="30e8417bf0f10a51" providerId="LiveId" clId="{275A51A3-90D9-48BC-88EE-7B0E4688AEB2}" dt="2026-09-25T19:24:12.056" v="767" actId="207"/>
          <ac:spMkLst>
            <pc:docMk/>
            <pc:sldMk cId="3608134194" sldId="279"/>
            <ac:spMk id="5" creationId="{01BF13AF-DA29-4E47-9591-92451501694D}"/>
          </ac:spMkLst>
        </pc:spChg>
        <pc:spChg chg="add mod">
          <ac:chgData name="SAROJ KUMAR NAYAK" userId="30e8417bf0f10a51" providerId="LiveId" clId="{275A51A3-90D9-48BC-88EE-7B0E4688AEB2}" dt="2026-09-25T19:30:06.089" v="777" actId="207"/>
          <ac:spMkLst>
            <pc:docMk/>
            <pc:sldMk cId="3608134194" sldId="279"/>
            <ac:spMk id="9" creationId="{82C2801B-41F4-4FF8-929E-AD45285813CF}"/>
          </ac:spMkLst>
        </pc:spChg>
        <pc:picChg chg="add mod">
          <ac:chgData name="SAROJ KUMAR NAYAK" userId="30e8417bf0f10a51" providerId="LiveId" clId="{275A51A3-90D9-48BC-88EE-7B0E4688AEB2}" dt="2026-09-25T19:23:27.520" v="757" actId="1076"/>
          <ac:picMkLst>
            <pc:docMk/>
            <pc:sldMk cId="3608134194" sldId="279"/>
            <ac:picMk id="3" creationId="{EA110DEE-6322-40A4-8349-E7120F6E3A94}"/>
          </ac:picMkLst>
        </pc:picChg>
        <pc:picChg chg="add mod">
          <ac:chgData name="SAROJ KUMAR NAYAK" userId="30e8417bf0f10a51" providerId="LiveId" clId="{275A51A3-90D9-48BC-88EE-7B0E4688AEB2}" dt="2026-09-25T19:26:34.699" v="771" actId="14100"/>
          <ac:picMkLst>
            <pc:docMk/>
            <pc:sldMk cId="3608134194" sldId="279"/>
            <ac:picMk id="7" creationId="{38159B8A-573D-41BA-A3C7-30CD3C9B78F3}"/>
          </ac:picMkLst>
        </pc:picChg>
      </pc:sldChg>
      <pc:sldChg chg="addSp modSp new mod">
        <pc:chgData name="SAROJ KUMAR NAYAK" userId="30e8417bf0f10a51" providerId="LiveId" clId="{275A51A3-90D9-48BC-88EE-7B0E4688AEB2}" dt="2026-09-25T19:32:38.489" v="818" actId="207"/>
        <pc:sldMkLst>
          <pc:docMk/>
          <pc:sldMk cId="3156763481" sldId="280"/>
        </pc:sldMkLst>
        <pc:spChg chg="add mod">
          <ac:chgData name="SAROJ KUMAR NAYAK" userId="30e8417bf0f10a51" providerId="LiveId" clId="{275A51A3-90D9-48BC-88EE-7B0E4688AEB2}" dt="2026-09-25T19:32:24.621" v="816" actId="207"/>
          <ac:spMkLst>
            <pc:docMk/>
            <pc:sldMk cId="3156763481" sldId="280"/>
            <ac:spMk id="2" creationId="{F44981DF-22AD-45C7-B0C1-DD8AD6647905}"/>
          </ac:spMkLst>
        </pc:spChg>
        <pc:spChg chg="add mod">
          <ac:chgData name="SAROJ KUMAR NAYAK" userId="30e8417bf0f10a51" providerId="LiveId" clId="{275A51A3-90D9-48BC-88EE-7B0E4688AEB2}" dt="2026-09-25T19:32:31.969" v="817" actId="207"/>
          <ac:spMkLst>
            <pc:docMk/>
            <pc:sldMk cId="3156763481" sldId="280"/>
            <ac:spMk id="3" creationId="{614C54C1-4F1C-4CEE-8351-2199F6AA0485}"/>
          </ac:spMkLst>
        </pc:spChg>
        <pc:spChg chg="add mod">
          <ac:chgData name="SAROJ KUMAR NAYAK" userId="30e8417bf0f10a51" providerId="LiveId" clId="{275A51A3-90D9-48BC-88EE-7B0E4688AEB2}" dt="2026-09-25T19:32:38.489" v="818" actId="207"/>
          <ac:spMkLst>
            <pc:docMk/>
            <pc:sldMk cId="3156763481" sldId="280"/>
            <ac:spMk id="4" creationId="{D7DEC422-C742-4B80-B2C9-3CA2A2F36A69}"/>
          </ac:spMkLst>
        </pc:spChg>
      </pc:sldChg>
      <pc:sldChg chg="addSp modSp new mod">
        <pc:chgData name="SAROJ KUMAR NAYAK" userId="30e8417bf0f10a51" providerId="LiveId" clId="{275A51A3-90D9-48BC-88EE-7B0E4688AEB2}" dt="2026-09-25T19:48:56.928" v="850" actId="207"/>
        <pc:sldMkLst>
          <pc:docMk/>
          <pc:sldMk cId="3762189301" sldId="281"/>
        </pc:sldMkLst>
        <pc:spChg chg="add mod">
          <ac:chgData name="SAROJ KUMAR NAYAK" userId="30e8417bf0f10a51" providerId="LiveId" clId="{275A51A3-90D9-48BC-88EE-7B0E4688AEB2}" dt="2026-09-25T19:48:01.299" v="836" actId="13822"/>
          <ac:spMkLst>
            <pc:docMk/>
            <pc:sldMk cId="3762189301" sldId="281"/>
            <ac:spMk id="4" creationId="{C50C5D6B-6DCF-4C3E-91C0-CFEB4F57927B}"/>
          </ac:spMkLst>
        </pc:spChg>
        <pc:spChg chg="add mod">
          <ac:chgData name="SAROJ KUMAR NAYAK" userId="30e8417bf0f10a51" providerId="LiveId" clId="{275A51A3-90D9-48BC-88EE-7B0E4688AEB2}" dt="2026-09-25T19:48:56.928" v="850" actId="207"/>
          <ac:spMkLst>
            <pc:docMk/>
            <pc:sldMk cId="3762189301" sldId="281"/>
            <ac:spMk id="5" creationId="{C0B9F821-4AB7-441A-BDFA-17EA9D73A5C0}"/>
          </ac:spMkLst>
        </pc:spChg>
        <pc:picChg chg="add mod">
          <ac:chgData name="SAROJ KUMAR NAYAK" userId="30e8417bf0f10a51" providerId="LiveId" clId="{275A51A3-90D9-48BC-88EE-7B0E4688AEB2}" dt="2026-09-25T19:47:10.558" v="824" actId="1076"/>
          <ac:picMkLst>
            <pc:docMk/>
            <pc:sldMk cId="3762189301" sldId="281"/>
            <ac:picMk id="3" creationId="{D6CEA821-9263-4593-93E8-D5A60637102D}"/>
          </ac:picMkLst>
        </pc:picChg>
      </pc:sldChg>
      <pc:sldChg chg="addSp modSp new mod">
        <pc:chgData name="SAROJ KUMAR NAYAK" userId="30e8417bf0f10a51" providerId="LiveId" clId="{275A51A3-90D9-48BC-88EE-7B0E4688AEB2}" dt="2026-09-25T19:58:52.375" v="884" actId="207"/>
        <pc:sldMkLst>
          <pc:docMk/>
          <pc:sldMk cId="1167754820" sldId="282"/>
        </pc:sldMkLst>
        <pc:spChg chg="add mod">
          <ac:chgData name="SAROJ KUMAR NAYAK" userId="30e8417bf0f10a51" providerId="LiveId" clId="{275A51A3-90D9-48BC-88EE-7B0E4688AEB2}" dt="2026-09-25T19:58:19.559" v="872" actId="14100"/>
          <ac:spMkLst>
            <pc:docMk/>
            <pc:sldMk cId="1167754820" sldId="282"/>
            <ac:spMk id="4" creationId="{E24A44F9-A949-44E9-8C08-FB37AB6AC0B9}"/>
          </ac:spMkLst>
        </pc:spChg>
        <pc:spChg chg="add mod">
          <ac:chgData name="SAROJ KUMAR NAYAK" userId="30e8417bf0f10a51" providerId="LiveId" clId="{275A51A3-90D9-48BC-88EE-7B0E4688AEB2}" dt="2026-09-25T19:58:52.375" v="884" actId="207"/>
          <ac:spMkLst>
            <pc:docMk/>
            <pc:sldMk cId="1167754820" sldId="282"/>
            <ac:spMk id="6" creationId="{8D724E13-0DAF-4345-9B56-DD4B5CC9180D}"/>
          </ac:spMkLst>
        </pc:spChg>
        <pc:picChg chg="add mod">
          <ac:chgData name="SAROJ KUMAR NAYAK" userId="30e8417bf0f10a51" providerId="LiveId" clId="{275A51A3-90D9-48BC-88EE-7B0E4688AEB2}" dt="2026-09-25T19:57:22.008" v="858" actId="1076"/>
          <ac:picMkLst>
            <pc:docMk/>
            <pc:sldMk cId="1167754820" sldId="282"/>
            <ac:picMk id="3" creationId="{E2E5EE8A-FB58-4FA7-936C-DDD1E1084A7D}"/>
          </ac:picMkLst>
        </pc:picChg>
      </pc:sldChg>
      <pc:sldChg chg="addSp delSp modSp new mod">
        <pc:chgData name="SAROJ KUMAR NAYAK" userId="30e8417bf0f10a51" providerId="LiveId" clId="{275A51A3-90D9-48BC-88EE-7B0E4688AEB2}" dt="2026-09-25T20:25:05.456" v="1046" actId="207"/>
        <pc:sldMkLst>
          <pc:docMk/>
          <pc:sldMk cId="1590597650" sldId="283"/>
        </pc:sldMkLst>
        <pc:spChg chg="add mod">
          <ac:chgData name="SAROJ KUMAR NAYAK" userId="30e8417bf0f10a51" providerId="LiveId" clId="{275A51A3-90D9-48BC-88EE-7B0E4688AEB2}" dt="2026-09-25T20:06:21.672" v="916" actId="13822"/>
          <ac:spMkLst>
            <pc:docMk/>
            <pc:sldMk cId="1590597650" sldId="283"/>
            <ac:spMk id="2" creationId="{0F88F994-5C46-418A-BDB8-8F55C911C2EE}"/>
          </ac:spMkLst>
        </pc:spChg>
        <pc:spChg chg="add del mod">
          <ac:chgData name="SAROJ KUMAR NAYAK" userId="30e8417bf0f10a51" providerId="LiveId" clId="{275A51A3-90D9-48BC-88EE-7B0E4688AEB2}" dt="2026-09-25T20:23:58.108" v="1034"/>
          <ac:spMkLst>
            <pc:docMk/>
            <pc:sldMk cId="1590597650" sldId="283"/>
            <ac:spMk id="3" creationId="{BE766973-9A7D-4A67-983E-D9F1F2A9C766}"/>
          </ac:spMkLst>
        </pc:spChg>
        <pc:spChg chg="add mod">
          <ac:chgData name="SAROJ KUMAR NAYAK" userId="30e8417bf0f10a51" providerId="LiveId" clId="{275A51A3-90D9-48BC-88EE-7B0E4688AEB2}" dt="2026-09-25T20:25:05.456" v="1046" actId="207"/>
          <ac:spMkLst>
            <pc:docMk/>
            <pc:sldMk cId="1590597650" sldId="283"/>
            <ac:spMk id="4" creationId="{0D405314-FF77-47B9-BFEE-3F96AD56D642}"/>
          </ac:spMkLst>
        </pc:spChg>
      </pc:sldChg>
      <pc:sldChg chg="addSp delSp modSp new mod">
        <pc:chgData name="SAROJ KUMAR NAYAK" userId="30e8417bf0f10a51" providerId="LiveId" clId="{275A51A3-90D9-48BC-88EE-7B0E4688AEB2}" dt="2026-09-25T20:26:51.068" v="1074" actId="14100"/>
        <pc:sldMkLst>
          <pc:docMk/>
          <pc:sldMk cId="3245904499" sldId="284"/>
        </pc:sldMkLst>
        <pc:spChg chg="add mod">
          <ac:chgData name="SAROJ KUMAR NAYAK" userId="30e8417bf0f10a51" providerId="LiveId" clId="{275A51A3-90D9-48BC-88EE-7B0E4688AEB2}" dt="2026-09-25T20:06:32.011" v="917" actId="13822"/>
          <ac:spMkLst>
            <pc:docMk/>
            <pc:sldMk cId="3245904499" sldId="284"/>
            <ac:spMk id="2" creationId="{6E7337CD-2DD0-4D74-B4CF-FC7727BE5133}"/>
          </ac:spMkLst>
        </pc:spChg>
        <pc:spChg chg="add del mod">
          <ac:chgData name="SAROJ KUMAR NAYAK" userId="30e8417bf0f10a51" providerId="LiveId" clId="{275A51A3-90D9-48BC-88EE-7B0E4688AEB2}" dt="2026-09-25T20:14:36.535" v="931"/>
          <ac:spMkLst>
            <pc:docMk/>
            <pc:sldMk cId="3245904499" sldId="284"/>
            <ac:spMk id="3" creationId="{61FEC0DC-3233-4D0F-9382-193A1439D1A9}"/>
          </ac:spMkLst>
        </pc:spChg>
        <pc:spChg chg="add del mod">
          <ac:chgData name="SAROJ KUMAR NAYAK" userId="30e8417bf0f10a51" providerId="LiveId" clId="{275A51A3-90D9-48BC-88EE-7B0E4688AEB2}" dt="2026-09-25T20:18:58.657" v="995"/>
          <ac:spMkLst>
            <pc:docMk/>
            <pc:sldMk cId="3245904499" sldId="284"/>
            <ac:spMk id="4" creationId="{84F697E7-FE34-4D70-9A70-0ADC28DBFA11}"/>
          </ac:spMkLst>
        </pc:spChg>
        <pc:spChg chg="add del mod">
          <ac:chgData name="SAROJ KUMAR NAYAK" userId="30e8417bf0f10a51" providerId="LiveId" clId="{275A51A3-90D9-48BC-88EE-7B0E4688AEB2}" dt="2026-09-25T20:18:48.247" v="991"/>
          <ac:spMkLst>
            <pc:docMk/>
            <pc:sldMk cId="3245904499" sldId="284"/>
            <ac:spMk id="7" creationId="{1EC875B5-CD42-4641-A6C8-78036D7FCF25}"/>
          </ac:spMkLst>
        </pc:spChg>
        <pc:spChg chg="add del mod">
          <ac:chgData name="SAROJ KUMAR NAYAK" userId="30e8417bf0f10a51" providerId="LiveId" clId="{275A51A3-90D9-48BC-88EE-7B0E4688AEB2}" dt="2026-09-25T20:25:14.601" v="1049"/>
          <ac:spMkLst>
            <pc:docMk/>
            <pc:sldMk cId="3245904499" sldId="284"/>
            <ac:spMk id="8" creationId="{FC39C003-DB4E-4AAB-932B-1C292B82ECD6}"/>
          </ac:spMkLst>
        </pc:spChg>
        <pc:spChg chg="add mod">
          <ac:chgData name="SAROJ KUMAR NAYAK" userId="30e8417bf0f10a51" providerId="LiveId" clId="{275A51A3-90D9-48BC-88EE-7B0E4688AEB2}" dt="2026-09-25T20:26:51.068" v="1074" actId="14100"/>
          <ac:spMkLst>
            <pc:docMk/>
            <pc:sldMk cId="3245904499" sldId="284"/>
            <ac:spMk id="9" creationId="{2CF5E8C6-93AB-40BD-81A6-6CEFEAAB4112}"/>
          </ac:spMkLst>
        </pc:spChg>
        <pc:picChg chg="add del">
          <ac:chgData name="SAROJ KUMAR NAYAK" userId="30e8417bf0f10a51" providerId="LiveId" clId="{275A51A3-90D9-48BC-88EE-7B0E4688AEB2}" dt="2026-09-25T20:18:42.914" v="989" actId="22"/>
          <ac:picMkLst>
            <pc:docMk/>
            <pc:sldMk cId="3245904499" sldId="284"/>
            <ac:picMk id="6" creationId="{834E75E2-A399-44D8-8CB1-300524990ADC}"/>
          </ac:picMkLst>
        </pc:picChg>
      </pc:sldChg>
      <pc:sldMasterChg chg="addSldLayout delSldLayout">
        <pc:chgData name="SAROJ KUMAR NAYAK" userId="30e8417bf0f10a51" providerId="LiveId" clId="{275A51A3-90D9-48BC-88EE-7B0E4688AEB2}" dt="2026-09-25T17:47:44.349" v="254" actId="47"/>
        <pc:sldMasterMkLst>
          <pc:docMk/>
          <pc:sldMasterMk cId="2156025258" sldId="2147483660"/>
        </pc:sldMasterMkLst>
        <pc:sldLayoutChg chg="add del">
          <pc:chgData name="SAROJ KUMAR NAYAK" userId="30e8417bf0f10a51" providerId="LiveId" clId="{275A51A3-90D9-48BC-88EE-7B0E4688AEB2}" dt="2026-09-25T17:47:44.349" v="254" actId="47"/>
          <pc:sldLayoutMkLst>
            <pc:docMk/>
            <pc:sldMasterMk cId="2156025258" sldId="2147483660"/>
            <pc:sldLayoutMk cId="3954371143" sldId="2147483672"/>
          </pc:sldLayoutMkLst>
        </pc:sldLayoutChg>
        <pc:sldLayoutChg chg="add del">
          <pc:chgData name="SAROJ KUMAR NAYAK" userId="30e8417bf0f10a51" providerId="LiveId" clId="{275A51A3-90D9-48BC-88EE-7B0E4688AEB2}" dt="2026-09-25T17:47:44.349" v="254" actId="47"/>
          <pc:sldLayoutMkLst>
            <pc:docMk/>
            <pc:sldMasterMk cId="2156025258" sldId="2147483660"/>
            <pc:sldLayoutMk cId="3831105543" sldId="2147483673"/>
          </pc:sldLayoutMkLst>
        </pc:sldLayoutChg>
        <pc:sldLayoutChg chg="add del">
          <pc:chgData name="SAROJ KUMAR NAYAK" userId="30e8417bf0f10a51" providerId="LiveId" clId="{275A51A3-90D9-48BC-88EE-7B0E4688AEB2}" dt="2026-09-25T17:47:44.349" v="254" actId="47"/>
          <pc:sldLayoutMkLst>
            <pc:docMk/>
            <pc:sldMasterMk cId="2156025258" sldId="2147483660"/>
            <pc:sldLayoutMk cId="1755075061" sldId="2147483674"/>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Dell\Desktop\Chinook%20SQL%20project\Complete%20question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r>
              <a:rPr lang="en-IN" sz="1100" dirty="0"/>
              <a:t>Customer Spending vs Purchase Frequency</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endParaRPr lang="en-US"/>
        </a:p>
      </c:txPr>
    </c:title>
    <c:autoTitleDeleted val="0"/>
    <c:plotArea>
      <c:layout/>
      <c:barChart>
        <c:barDir val="col"/>
        <c:grouping val="percentStacked"/>
        <c:varyColors val="0"/>
        <c:ser>
          <c:idx val="0"/>
          <c:order val="0"/>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'Subjective 3'!$B$1:$D$1</c:f>
              <c:strCache>
                <c:ptCount val="3"/>
                <c:pt idx="0">
                  <c:v> avg_purchase_frequency</c:v>
                </c:pt>
                <c:pt idx="1">
                  <c:v> avg_basket_size</c:v>
                </c:pt>
                <c:pt idx="2">
                  <c:v> avg_total_amount</c:v>
                </c:pt>
              </c:strCache>
            </c:strRef>
          </c:cat>
          <c:val>
            <c:numRef>
              <c:f>'Subjective 3'!$B$2:$D$2</c:f>
              <c:numCache>
                <c:formatCode>General</c:formatCode>
                <c:ptCount val="3"/>
                <c:pt idx="0">
                  <c:v>464</c:v>
                </c:pt>
                <c:pt idx="1">
                  <c:v>7.77</c:v>
                </c:pt>
                <c:pt idx="2">
                  <c:v>36163.71</c:v>
                </c:pt>
              </c:numCache>
            </c:numRef>
          </c:val>
          <c:extLst>
            <c:ext xmlns:c16="http://schemas.microsoft.com/office/drawing/2014/chart" uri="{C3380CC4-5D6E-409C-BE32-E72D297353CC}">
              <c16:uniqueId val="{00000000-6B90-440F-9A02-C891278EA1A7}"/>
            </c:ext>
          </c:extLst>
        </c:ser>
        <c:ser>
          <c:idx val="1"/>
          <c:order val="1"/>
          <c:spPr>
            <a:gradFill rotWithShape="1">
              <a:gsLst>
                <a:gs pos="0">
                  <a:schemeClr val="dk1">
                    <a:tint val="55000"/>
                    <a:satMod val="103000"/>
                    <a:lumMod val="102000"/>
                    <a:tint val="94000"/>
                  </a:schemeClr>
                </a:gs>
                <a:gs pos="50000">
                  <a:schemeClr val="dk1">
                    <a:tint val="55000"/>
                    <a:satMod val="110000"/>
                    <a:lumMod val="100000"/>
                    <a:shade val="100000"/>
                  </a:schemeClr>
                </a:gs>
                <a:gs pos="100000">
                  <a:schemeClr val="dk1">
                    <a:tint val="55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'Subjective 3'!$B$1:$D$1</c:f>
              <c:strCache>
                <c:ptCount val="3"/>
                <c:pt idx="0">
                  <c:v> avg_purchase_frequency</c:v>
                </c:pt>
                <c:pt idx="1">
                  <c:v> avg_basket_size</c:v>
                </c:pt>
                <c:pt idx="2">
                  <c:v> avg_total_amount</c:v>
                </c:pt>
              </c:strCache>
            </c:strRef>
          </c:cat>
          <c:val>
            <c:numRef>
              <c:f>'Subjective 3'!$B$3:$D$3</c:f>
              <c:numCache>
                <c:formatCode>General</c:formatCode>
                <c:ptCount val="3"/>
                <c:pt idx="0">
                  <c:v>150</c:v>
                </c:pt>
                <c:pt idx="1">
                  <c:v>7.67</c:v>
                </c:pt>
                <c:pt idx="2">
                  <c:v>11339.46</c:v>
                </c:pt>
              </c:numCache>
            </c:numRef>
          </c:val>
          <c:extLst>
            <c:ext xmlns:c16="http://schemas.microsoft.com/office/drawing/2014/chart" uri="{C3380CC4-5D6E-409C-BE32-E72D297353CC}">
              <c16:uniqueId val="{00000001-6B90-440F-9A02-C891278EA1A7}"/>
            </c:ext>
          </c:extLst>
        </c:ser>
        <c:dLbls>
          <c:dLblPos val="ctr"/>
          <c:showLegendKey val="0"/>
          <c:showVal val="1"/>
          <c:showCatName val="0"/>
          <c:showSerName val="0"/>
          <c:showPercent val="0"/>
          <c:showBubbleSize val="0"/>
        </c:dLbls>
        <c:gapWidth val="150"/>
        <c:overlap val="100"/>
        <c:axId val="1878719104"/>
        <c:axId val="1878719584"/>
      </c:barChart>
      <c:catAx>
        <c:axId val="187871910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878719584"/>
        <c:crosses val="autoZero"/>
        <c:auto val="1"/>
        <c:lblAlgn val="ctr"/>
        <c:lblOffset val="100"/>
        <c:noMultiLvlLbl val="0"/>
      </c:catAx>
      <c:valAx>
        <c:axId val="1878719584"/>
        <c:scaling>
          <c:orientation val="minMax"/>
        </c:scaling>
        <c:delete val="0"/>
        <c:axPos val="l"/>
        <c:majorGridlines>
          <c:spPr>
            <a:ln w="9525" cap="flat" cmpd="sng" algn="ctr">
              <a:solidFill>
                <a:schemeClr val="tx2">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878719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dae6b374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dae6b374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6e9c1e892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6e9c1e892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c969072c0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c969072c0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8f5fa963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8f5fa963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cb9fc06b3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cb9fc06b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dae6b374f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dae6b374f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dae6b374f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dae6b374f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dae6b374f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dae6b374f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6e9c1e892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6e9c1e892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dae6b374f3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dae6b374f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6e9c1e892d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6e9c1e892d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A3C0-124A-4952-ADCE-4D89AC809602}"/>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B9DDFB9-8B6C-4E0A-BF0B-437FE9C9BE0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E713A6-95E0-4D4C-ACE8-DC7EF63A1F8D}"/>
              </a:ext>
            </a:extLst>
          </p:cNvPr>
          <p:cNvSpPr>
            <a:spLocks noGrp="1"/>
          </p:cNvSpPr>
          <p:nvPr>
            <p:ph type="dt" sz="half" idx="10"/>
          </p:nvPr>
        </p:nvSpPr>
        <p:spPr/>
        <p:txBody>
          <a:bodyPr/>
          <a:lstStyle>
            <a:lvl1pPr>
              <a:defRPr/>
            </a:lvl1pPr>
          </a:lstStyle>
          <a:p>
            <a:endParaRPr lang="es-ES" altLang="en-US"/>
          </a:p>
        </p:txBody>
      </p:sp>
      <p:sp>
        <p:nvSpPr>
          <p:cNvPr id="5" name="Footer Placeholder 4">
            <a:extLst>
              <a:ext uri="{FF2B5EF4-FFF2-40B4-BE49-F238E27FC236}">
                <a16:creationId xmlns:a16="http://schemas.microsoft.com/office/drawing/2014/main" id="{A926DAB6-D5AF-485B-87A2-9F36FC049844}"/>
              </a:ext>
            </a:extLst>
          </p:cNvPr>
          <p:cNvSpPr>
            <a:spLocks noGrp="1"/>
          </p:cNvSpPr>
          <p:nvPr>
            <p:ph type="ftr" sz="quarter" idx="11"/>
          </p:nvPr>
        </p:nvSpPr>
        <p:spPr/>
        <p:txBody>
          <a:bodyPr/>
          <a:lstStyle>
            <a:lvl1pPr>
              <a:defRPr/>
            </a:lvl1pPr>
          </a:lstStyle>
          <a:p>
            <a:endParaRPr lang="es-ES" altLang="en-US"/>
          </a:p>
        </p:txBody>
      </p:sp>
      <p:sp>
        <p:nvSpPr>
          <p:cNvPr id="6" name="Slide Number Placeholder 5">
            <a:extLst>
              <a:ext uri="{FF2B5EF4-FFF2-40B4-BE49-F238E27FC236}">
                <a16:creationId xmlns:a16="http://schemas.microsoft.com/office/drawing/2014/main" id="{FF7654BF-38A3-475B-BDAC-6093D3BFBEE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6720109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1087D-46EC-41FA-8930-DDCC744A40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857C96-BF1B-45F1-8FFC-33017AF3BE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D316F2-A3E3-4509-98DB-DA69AA440D15}"/>
              </a:ext>
            </a:extLst>
          </p:cNvPr>
          <p:cNvSpPr>
            <a:spLocks noGrp="1"/>
          </p:cNvSpPr>
          <p:nvPr>
            <p:ph type="dt" sz="half" idx="10"/>
          </p:nvPr>
        </p:nvSpPr>
        <p:spPr/>
        <p:txBody>
          <a:bodyPr/>
          <a:lstStyle>
            <a:lvl1pPr>
              <a:defRPr/>
            </a:lvl1pPr>
          </a:lstStyle>
          <a:p>
            <a:endParaRPr lang="es-ES" altLang="en-US"/>
          </a:p>
        </p:txBody>
      </p:sp>
      <p:sp>
        <p:nvSpPr>
          <p:cNvPr id="5" name="Footer Placeholder 4">
            <a:extLst>
              <a:ext uri="{FF2B5EF4-FFF2-40B4-BE49-F238E27FC236}">
                <a16:creationId xmlns:a16="http://schemas.microsoft.com/office/drawing/2014/main" id="{E5E50FD1-733F-4422-A3C3-9D021B5F3E6B}"/>
              </a:ext>
            </a:extLst>
          </p:cNvPr>
          <p:cNvSpPr>
            <a:spLocks noGrp="1"/>
          </p:cNvSpPr>
          <p:nvPr>
            <p:ph type="ftr" sz="quarter" idx="11"/>
          </p:nvPr>
        </p:nvSpPr>
        <p:spPr/>
        <p:txBody>
          <a:bodyPr/>
          <a:lstStyle>
            <a:lvl1pPr>
              <a:defRPr/>
            </a:lvl1pPr>
          </a:lstStyle>
          <a:p>
            <a:endParaRPr lang="es-ES" altLang="en-US"/>
          </a:p>
        </p:txBody>
      </p:sp>
      <p:sp>
        <p:nvSpPr>
          <p:cNvPr id="6" name="Slide Number Placeholder 5">
            <a:extLst>
              <a:ext uri="{FF2B5EF4-FFF2-40B4-BE49-F238E27FC236}">
                <a16:creationId xmlns:a16="http://schemas.microsoft.com/office/drawing/2014/main" id="{F6B5AED7-7813-422B-AD24-E426AC16D41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749025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95DE-0ABD-40A9-899A-700A0EF9ECCF}"/>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27571D-9273-4422-8F8E-85A9F5B8DF65}"/>
              </a:ext>
            </a:extLst>
          </p:cNvPr>
          <p:cNvSpPr>
            <a:spLocks noGrp="1"/>
          </p:cNvSpPr>
          <p:nvPr>
            <p:ph type="body" idx="1"/>
          </p:nvPr>
        </p:nvSpPr>
        <p:spPr>
          <a:xfrm>
            <a:off x="623888" y="3442098"/>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4" name="Date Placeholder 3">
            <a:extLst>
              <a:ext uri="{FF2B5EF4-FFF2-40B4-BE49-F238E27FC236}">
                <a16:creationId xmlns:a16="http://schemas.microsoft.com/office/drawing/2014/main" id="{030E5A54-305C-456F-9A3B-A2278CE28C0D}"/>
              </a:ext>
            </a:extLst>
          </p:cNvPr>
          <p:cNvSpPr>
            <a:spLocks noGrp="1"/>
          </p:cNvSpPr>
          <p:nvPr>
            <p:ph type="dt" sz="half" idx="10"/>
          </p:nvPr>
        </p:nvSpPr>
        <p:spPr/>
        <p:txBody>
          <a:bodyPr/>
          <a:lstStyle>
            <a:lvl1pPr>
              <a:defRPr/>
            </a:lvl1pPr>
          </a:lstStyle>
          <a:p>
            <a:endParaRPr lang="es-ES" altLang="en-US"/>
          </a:p>
        </p:txBody>
      </p:sp>
      <p:sp>
        <p:nvSpPr>
          <p:cNvPr id="5" name="Footer Placeholder 4">
            <a:extLst>
              <a:ext uri="{FF2B5EF4-FFF2-40B4-BE49-F238E27FC236}">
                <a16:creationId xmlns:a16="http://schemas.microsoft.com/office/drawing/2014/main" id="{4A5B3DBB-C48B-4D20-8EEE-19D7571B2963}"/>
              </a:ext>
            </a:extLst>
          </p:cNvPr>
          <p:cNvSpPr>
            <a:spLocks noGrp="1"/>
          </p:cNvSpPr>
          <p:nvPr>
            <p:ph type="ftr" sz="quarter" idx="11"/>
          </p:nvPr>
        </p:nvSpPr>
        <p:spPr/>
        <p:txBody>
          <a:bodyPr/>
          <a:lstStyle>
            <a:lvl1pPr>
              <a:defRPr/>
            </a:lvl1pPr>
          </a:lstStyle>
          <a:p>
            <a:endParaRPr lang="es-ES" altLang="en-US"/>
          </a:p>
        </p:txBody>
      </p:sp>
      <p:sp>
        <p:nvSpPr>
          <p:cNvPr id="6" name="Slide Number Placeholder 5">
            <a:extLst>
              <a:ext uri="{FF2B5EF4-FFF2-40B4-BE49-F238E27FC236}">
                <a16:creationId xmlns:a16="http://schemas.microsoft.com/office/drawing/2014/main" id="{E53EC27C-5B7A-4EE5-83DE-2C2C59F9A00D}"/>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70396139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DB2C-A3F4-40CA-A8D3-E91E443B6C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23BC60-4774-413D-A039-4A157F6134E2}"/>
              </a:ext>
            </a:extLst>
          </p:cNvPr>
          <p:cNvSpPr>
            <a:spLocks noGrp="1"/>
          </p:cNvSpPr>
          <p:nvPr>
            <p:ph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7C7FA1-F95F-4A51-935A-AACF998E3284}"/>
              </a:ext>
            </a:extLst>
          </p:cNvPr>
          <p:cNvSpPr>
            <a:spLocks noGrp="1"/>
          </p:cNvSpPr>
          <p:nvPr>
            <p:ph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C3DEBF-1DC6-491B-9658-5A8C5B587963}"/>
              </a:ext>
            </a:extLst>
          </p:cNvPr>
          <p:cNvSpPr>
            <a:spLocks noGrp="1"/>
          </p:cNvSpPr>
          <p:nvPr>
            <p:ph type="dt" sz="half" idx="10"/>
          </p:nvPr>
        </p:nvSpPr>
        <p:spPr/>
        <p:txBody>
          <a:bodyPr/>
          <a:lstStyle>
            <a:lvl1pPr>
              <a:defRPr/>
            </a:lvl1pPr>
          </a:lstStyle>
          <a:p>
            <a:endParaRPr lang="es-ES" altLang="en-US"/>
          </a:p>
        </p:txBody>
      </p:sp>
      <p:sp>
        <p:nvSpPr>
          <p:cNvPr id="6" name="Footer Placeholder 5">
            <a:extLst>
              <a:ext uri="{FF2B5EF4-FFF2-40B4-BE49-F238E27FC236}">
                <a16:creationId xmlns:a16="http://schemas.microsoft.com/office/drawing/2014/main" id="{9C8EAF6C-EF78-4C76-867F-246E31A3EB78}"/>
              </a:ext>
            </a:extLst>
          </p:cNvPr>
          <p:cNvSpPr>
            <a:spLocks noGrp="1"/>
          </p:cNvSpPr>
          <p:nvPr>
            <p:ph type="ftr" sz="quarter" idx="11"/>
          </p:nvPr>
        </p:nvSpPr>
        <p:spPr/>
        <p:txBody>
          <a:bodyPr/>
          <a:lstStyle>
            <a:lvl1pPr>
              <a:defRPr/>
            </a:lvl1pPr>
          </a:lstStyle>
          <a:p>
            <a:endParaRPr lang="es-ES" altLang="en-US"/>
          </a:p>
        </p:txBody>
      </p:sp>
      <p:sp>
        <p:nvSpPr>
          <p:cNvPr id="7" name="Slide Number Placeholder 6">
            <a:extLst>
              <a:ext uri="{FF2B5EF4-FFF2-40B4-BE49-F238E27FC236}">
                <a16:creationId xmlns:a16="http://schemas.microsoft.com/office/drawing/2014/main" id="{83D8B4AC-01C5-4445-A4EF-026E618384F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10098029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D3325-459B-4B74-9E84-0082256771E0}"/>
              </a:ext>
            </a:extLst>
          </p:cNvPr>
          <p:cNvSpPr>
            <a:spLocks noGrp="1"/>
          </p:cNvSpPr>
          <p:nvPr>
            <p:ph type="title"/>
          </p:nvPr>
        </p:nvSpPr>
        <p:spPr>
          <a:xfrm>
            <a:off x="630238"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4B250-91C2-41C2-B838-4FBC47BCEA7C}"/>
              </a:ext>
            </a:extLst>
          </p:cNvPr>
          <p:cNvSpPr>
            <a:spLocks noGrp="1"/>
          </p:cNvSpPr>
          <p:nvPr>
            <p:ph type="body" idx="1"/>
          </p:nvPr>
        </p:nvSpPr>
        <p:spPr>
          <a:xfrm>
            <a:off x="630239"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2101B4F-154F-42DD-82E5-848FB73E14D0}"/>
              </a:ext>
            </a:extLst>
          </p:cNvPr>
          <p:cNvSpPr>
            <a:spLocks noGrp="1"/>
          </p:cNvSpPr>
          <p:nvPr>
            <p:ph sz="half" idx="2"/>
          </p:nvPr>
        </p:nvSpPr>
        <p:spPr>
          <a:xfrm>
            <a:off x="630239" y="1878806"/>
            <a:ext cx="3868737"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A26174-860C-4DC2-A2F0-98065E6BA72B}"/>
              </a:ext>
            </a:extLst>
          </p:cNvPr>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0FD0309-3855-4E12-A610-0DCB12AFDAA2}"/>
              </a:ext>
            </a:extLst>
          </p:cNvPr>
          <p:cNvSpPr>
            <a:spLocks noGrp="1"/>
          </p:cNvSpPr>
          <p:nvPr>
            <p:ph sz="quarter" idx="4"/>
          </p:nvPr>
        </p:nvSpPr>
        <p:spPr>
          <a:xfrm>
            <a:off x="4629150" y="1878806"/>
            <a:ext cx="3887788"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2A3272-81DA-4C7E-B339-D794945AF934}"/>
              </a:ext>
            </a:extLst>
          </p:cNvPr>
          <p:cNvSpPr>
            <a:spLocks noGrp="1"/>
          </p:cNvSpPr>
          <p:nvPr>
            <p:ph type="dt" sz="half" idx="10"/>
          </p:nvPr>
        </p:nvSpPr>
        <p:spPr/>
        <p:txBody>
          <a:bodyPr/>
          <a:lstStyle>
            <a:lvl1pPr>
              <a:defRPr/>
            </a:lvl1pPr>
          </a:lstStyle>
          <a:p>
            <a:endParaRPr lang="es-ES" altLang="en-US"/>
          </a:p>
        </p:txBody>
      </p:sp>
      <p:sp>
        <p:nvSpPr>
          <p:cNvPr id="8" name="Footer Placeholder 7">
            <a:extLst>
              <a:ext uri="{FF2B5EF4-FFF2-40B4-BE49-F238E27FC236}">
                <a16:creationId xmlns:a16="http://schemas.microsoft.com/office/drawing/2014/main" id="{28949816-035B-415C-B554-9C2B5C286E68}"/>
              </a:ext>
            </a:extLst>
          </p:cNvPr>
          <p:cNvSpPr>
            <a:spLocks noGrp="1"/>
          </p:cNvSpPr>
          <p:nvPr>
            <p:ph type="ftr" sz="quarter" idx="11"/>
          </p:nvPr>
        </p:nvSpPr>
        <p:spPr/>
        <p:txBody>
          <a:bodyPr/>
          <a:lstStyle>
            <a:lvl1pPr>
              <a:defRPr/>
            </a:lvl1pPr>
          </a:lstStyle>
          <a:p>
            <a:endParaRPr lang="es-ES" altLang="en-US"/>
          </a:p>
        </p:txBody>
      </p:sp>
      <p:sp>
        <p:nvSpPr>
          <p:cNvPr id="9" name="Slide Number Placeholder 8">
            <a:extLst>
              <a:ext uri="{FF2B5EF4-FFF2-40B4-BE49-F238E27FC236}">
                <a16:creationId xmlns:a16="http://schemas.microsoft.com/office/drawing/2014/main" id="{50FD5248-8B8A-4C9F-BF1E-F853597E41D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76670718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8BED-415C-4567-AFBD-AE524DC3BD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45743EC-2723-4D1A-9DCC-4FBD3F70FC74}"/>
              </a:ext>
            </a:extLst>
          </p:cNvPr>
          <p:cNvSpPr>
            <a:spLocks noGrp="1"/>
          </p:cNvSpPr>
          <p:nvPr>
            <p:ph type="dt" sz="half" idx="10"/>
          </p:nvPr>
        </p:nvSpPr>
        <p:spPr/>
        <p:txBody>
          <a:bodyPr/>
          <a:lstStyle>
            <a:lvl1pPr>
              <a:defRPr/>
            </a:lvl1pPr>
          </a:lstStyle>
          <a:p>
            <a:endParaRPr lang="es-ES" altLang="en-US"/>
          </a:p>
        </p:txBody>
      </p:sp>
      <p:sp>
        <p:nvSpPr>
          <p:cNvPr id="4" name="Footer Placeholder 3">
            <a:extLst>
              <a:ext uri="{FF2B5EF4-FFF2-40B4-BE49-F238E27FC236}">
                <a16:creationId xmlns:a16="http://schemas.microsoft.com/office/drawing/2014/main" id="{B7E16871-BF49-4B34-8506-63C50ECC5F8B}"/>
              </a:ext>
            </a:extLst>
          </p:cNvPr>
          <p:cNvSpPr>
            <a:spLocks noGrp="1"/>
          </p:cNvSpPr>
          <p:nvPr>
            <p:ph type="ftr" sz="quarter" idx="11"/>
          </p:nvPr>
        </p:nvSpPr>
        <p:spPr/>
        <p:txBody>
          <a:bodyPr/>
          <a:lstStyle>
            <a:lvl1pPr>
              <a:defRPr/>
            </a:lvl1pPr>
          </a:lstStyle>
          <a:p>
            <a:endParaRPr lang="es-ES" altLang="en-US"/>
          </a:p>
        </p:txBody>
      </p:sp>
      <p:sp>
        <p:nvSpPr>
          <p:cNvPr id="5" name="Slide Number Placeholder 4">
            <a:extLst>
              <a:ext uri="{FF2B5EF4-FFF2-40B4-BE49-F238E27FC236}">
                <a16:creationId xmlns:a16="http://schemas.microsoft.com/office/drawing/2014/main" id="{DC1D15F3-E2ED-49B7-8797-DEBCAAE508D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89660494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FECFC4-290E-486D-8F87-A230AAE0603A}"/>
              </a:ext>
            </a:extLst>
          </p:cNvPr>
          <p:cNvSpPr>
            <a:spLocks noGrp="1"/>
          </p:cNvSpPr>
          <p:nvPr>
            <p:ph type="dt" sz="half" idx="10"/>
          </p:nvPr>
        </p:nvSpPr>
        <p:spPr/>
        <p:txBody>
          <a:bodyPr/>
          <a:lstStyle>
            <a:lvl1pPr>
              <a:defRPr/>
            </a:lvl1pPr>
          </a:lstStyle>
          <a:p>
            <a:endParaRPr lang="es-ES" altLang="en-US"/>
          </a:p>
        </p:txBody>
      </p:sp>
      <p:sp>
        <p:nvSpPr>
          <p:cNvPr id="3" name="Footer Placeholder 2">
            <a:extLst>
              <a:ext uri="{FF2B5EF4-FFF2-40B4-BE49-F238E27FC236}">
                <a16:creationId xmlns:a16="http://schemas.microsoft.com/office/drawing/2014/main" id="{7F3C8D8E-2DC1-4CDF-9548-6275E28A7D5C}"/>
              </a:ext>
            </a:extLst>
          </p:cNvPr>
          <p:cNvSpPr>
            <a:spLocks noGrp="1"/>
          </p:cNvSpPr>
          <p:nvPr>
            <p:ph type="ftr" sz="quarter" idx="11"/>
          </p:nvPr>
        </p:nvSpPr>
        <p:spPr/>
        <p:txBody>
          <a:bodyPr/>
          <a:lstStyle>
            <a:lvl1pPr>
              <a:defRPr/>
            </a:lvl1pPr>
          </a:lstStyle>
          <a:p>
            <a:endParaRPr lang="es-ES" altLang="en-US"/>
          </a:p>
        </p:txBody>
      </p:sp>
      <p:sp>
        <p:nvSpPr>
          <p:cNvPr id="4" name="Slide Number Placeholder 3">
            <a:extLst>
              <a:ext uri="{FF2B5EF4-FFF2-40B4-BE49-F238E27FC236}">
                <a16:creationId xmlns:a16="http://schemas.microsoft.com/office/drawing/2014/main" id="{75D72021-6E3C-406C-B1E5-12D4BCF7EEC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106798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6892-C337-4318-A255-9EA0576E8AE9}"/>
              </a:ext>
            </a:extLst>
          </p:cNvPr>
          <p:cNvSpPr>
            <a:spLocks noGrp="1"/>
          </p:cNvSpPr>
          <p:nvPr>
            <p:ph type="title"/>
          </p:nvPr>
        </p:nvSpPr>
        <p:spPr>
          <a:xfrm>
            <a:off x="630239" y="342900"/>
            <a:ext cx="2949575"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684110-560F-40BF-BDA5-EB7580F69CEE}"/>
              </a:ext>
            </a:extLst>
          </p:cNvPr>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6B4B59-4EDA-4C98-816B-273BDEFE2E67}"/>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1E7E535-EFB5-4083-9AA1-B07593072974}"/>
              </a:ext>
            </a:extLst>
          </p:cNvPr>
          <p:cNvSpPr>
            <a:spLocks noGrp="1"/>
          </p:cNvSpPr>
          <p:nvPr>
            <p:ph type="dt" sz="half" idx="10"/>
          </p:nvPr>
        </p:nvSpPr>
        <p:spPr/>
        <p:txBody>
          <a:bodyPr/>
          <a:lstStyle>
            <a:lvl1pPr>
              <a:defRPr/>
            </a:lvl1pPr>
          </a:lstStyle>
          <a:p>
            <a:endParaRPr lang="es-ES" altLang="en-US"/>
          </a:p>
        </p:txBody>
      </p:sp>
      <p:sp>
        <p:nvSpPr>
          <p:cNvPr id="6" name="Footer Placeholder 5">
            <a:extLst>
              <a:ext uri="{FF2B5EF4-FFF2-40B4-BE49-F238E27FC236}">
                <a16:creationId xmlns:a16="http://schemas.microsoft.com/office/drawing/2014/main" id="{88BD528D-494F-46AB-85F1-3D166B878C23}"/>
              </a:ext>
            </a:extLst>
          </p:cNvPr>
          <p:cNvSpPr>
            <a:spLocks noGrp="1"/>
          </p:cNvSpPr>
          <p:nvPr>
            <p:ph type="ftr" sz="quarter" idx="11"/>
          </p:nvPr>
        </p:nvSpPr>
        <p:spPr/>
        <p:txBody>
          <a:bodyPr/>
          <a:lstStyle>
            <a:lvl1pPr>
              <a:defRPr/>
            </a:lvl1pPr>
          </a:lstStyle>
          <a:p>
            <a:endParaRPr lang="es-ES" altLang="en-US"/>
          </a:p>
        </p:txBody>
      </p:sp>
      <p:sp>
        <p:nvSpPr>
          <p:cNvPr id="7" name="Slide Number Placeholder 6">
            <a:extLst>
              <a:ext uri="{FF2B5EF4-FFF2-40B4-BE49-F238E27FC236}">
                <a16:creationId xmlns:a16="http://schemas.microsoft.com/office/drawing/2014/main" id="{F6462485-8915-4206-B7A8-63D7451197A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3492388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DB96-62CC-4EE7-A1DC-7608F1D25297}"/>
              </a:ext>
            </a:extLst>
          </p:cNvPr>
          <p:cNvSpPr>
            <a:spLocks noGrp="1"/>
          </p:cNvSpPr>
          <p:nvPr>
            <p:ph type="title"/>
          </p:nvPr>
        </p:nvSpPr>
        <p:spPr>
          <a:xfrm>
            <a:off x="630239" y="342900"/>
            <a:ext cx="2949575"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8C921A-7716-4AB1-BEFC-7B69DE08F5FD}"/>
              </a:ext>
            </a:extLst>
          </p:cNvPr>
          <p:cNvSpPr>
            <a:spLocks noGrp="1"/>
          </p:cNvSpPr>
          <p:nvPr>
            <p:ph type="pic" idx="1"/>
          </p:nvPr>
        </p:nvSpPr>
        <p:spPr>
          <a:xfrm>
            <a:off x="3887788"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IN"/>
          </a:p>
        </p:txBody>
      </p:sp>
      <p:sp>
        <p:nvSpPr>
          <p:cNvPr id="4" name="Text Placeholder 3">
            <a:extLst>
              <a:ext uri="{FF2B5EF4-FFF2-40B4-BE49-F238E27FC236}">
                <a16:creationId xmlns:a16="http://schemas.microsoft.com/office/drawing/2014/main" id="{D715FCE0-1173-4EB4-BE43-B1D3C6DC63B2}"/>
              </a:ext>
            </a:extLst>
          </p:cNvPr>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1E0C92B-664A-4316-8BEF-55AE217C0702}"/>
              </a:ext>
            </a:extLst>
          </p:cNvPr>
          <p:cNvSpPr>
            <a:spLocks noGrp="1"/>
          </p:cNvSpPr>
          <p:nvPr>
            <p:ph type="dt" sz="half" idx="10"/>
          </p:nvPr>
        </p:nvSpPr>
        <p:spPr/>
        <p:txBody>
          <a:bodyPr/>
          <a:lstStyle>
            <a:lvl1pPr>
              <a:defRPr/>
            </a:lvl1pPr>
          </a:lstStyle>
          <a:p>
            <a:endParaRPr lang="es-ES" altLang="en-US"/>
          </a:p>
        </p:txBody>
      </p:sp>
      <p:sp>
        <p:nvSpPr>
          <p:cNvPr id="6" name="Footer Placeholder 5">
            <a:extLst>
              <a:ext uri="{FF2B5EF4-FFF2-40B4-BE49-F238E27FC236}">
                <a16:creationId xmlns:a16="http://schemas.microsoft.com/office/drawing/2014/main" id="{37866690-6A35-4702-B9A0-D7F99CAB1C1A}"/>
              </a:ext>
            </a:extLst>
          </p:cNvPr>
          <p:cNvSpPr>
            <a:spLocks noGrp="1"/>
          </p:cNvSpPr>
          <p:nvPr>
            <p:ph type="ftr" sz="quarter" idx="11"/>
          </p:nvPr>
        </p:nvSpPr>
        <p:spPr/>
        <p:txBody>
          <a:bodyPr/>
          <a:lstStyle>
            <a:lvl1pPr>
              <a:defRPr/>
            </a:lvl1pPr>
          </a:lstStyle>
          <a:p>
            <a:endParaRPr lang="es-ES" altLang="en-US"/>
          </a:p>
        </p:txBody>
      </p:sp>
      <p:sp>
        <p:nvSpPr>
          <p:cNvPr id="7" name="Slide Number Placeholder 6">
            <a:extLst>
              <a:ext uri="{FF2B5EF4-FFF2-40B4-BE49-F238E27FC236}">
                <a16:creationId xmlns:a16="http://schemas.microsoft.com/office/drawing/2014/main" id="{0C960496-47E7-4BCE-87C9-4DC2FA5348F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1429984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EAA22-6FAE-4265-B49B-CA9920AB98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0257ED-7651-440C-A4DA-CDC862449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C9E854-6C87-46DD-A130-C13E4B17ECB6}"/>
              </a:ext>
            </a:extLst>
          </p:cNvPr>
          <p:cNvSpPr>
            <a:spLocks noGrp="1"/>
          </p:cNvSpPr>
          <p:nvPr>
            <p:ph type="dt" sz="half" idx="10"/>
          </p:nvPr>
        </p:nvSpPr>
        <p:spPr/>
        <p:txBody>
          <a:bodyPr/>
          <a:lstStyle>
            <a:lvl1pPr>
              <a:defRPr/>
            </a:lvl1pPr>
          </a:lstStyle>
          <a:p>
            <a:endParaRPr lang="es-ES" altLang="en-US"/>
          </a:p>
        </p:txBody>
      </p:sp>
      <p:sp>
        <p:nvSpPr>
          <p:cNvPr id="5" name="Footer Placeholder 4">
            <a:extLst>
              <a:ext uri="{FF2B5EF4-FFF2-40B4-BE49-F238E27FC236}">
                <a16:creationId xmlns:a16="http://schemas.microsoft.com/office/drawing/2014/main" id="{E8DB338E-E864-4599-9F45-EE4477CEE6EE}"/>
              </a:ext>
            </a:extLst>
          </p:cNvPr>
          <p:cNvSpPr>
            <a:spLocks noGrp="1"/>
          </p:cNvSpPr>
          <p:nvPr>
            <p:ph type="ftr" sz="quarter" idx="11"/>
          </p:nvPr>
        </p:nvSpPr>
        <p:spPr/>
        <p:txBody>
          <a:bodyPr/>
          <a:lstStyle>
            <a:lvl1pPr>
              <a:defRPr/>
            </a:lvl1pPr>
          </a:lstStyle>
          <a:p>
            <a:endParaRPr lang="es-ES" altLang="en-US"/>
          </a:p>
        </p:txBody>
      </p:sp>
      <p:sp>
        <p:nvSpPr>
          <p:cNvPr id="6" name="Slide Number Placeholder 5">
            <a:extLst>
              <a:ext uri="{FF2B5EF4-FFF2-40B4-BE49-F238E27FC236}">
                <a16:creationId xmlns:a16="http://schemas.microsoft.com/office/drawing/2014/main" id="{8814438D-83F5-497A-A700-FA010BD0A82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1118673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156014-6FED-4CDB-8027-1D57F586BDEE}"/>
              </a:ext>
            </a:extLst>
          </p:cNvPr>
          <p:cNvSpPr>
            <a:spLocks noGrp="1"/>
          </p:cNvSpPr>
          <p:nvPr>
            <p:ph type="title" orient="vert"/>
          </p:nvPr>
        </p:nvSpPr>
        <p:spPr>
          <a:xfrm>
            <a:off x="6629400" y="205979"/>
            <a:ext cx="2057400" cy="4388644"/>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5EB878-40CA-43F5-A7B3-0E5A4D6AB406}"/>
              </a:ext>
            </a:extLst>
          </p:cNvPr>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04DBE7-2D1A-46CA-A7F5-68B6CE72C5E4}"/>
              </a:ext>
            </a:extLst>
          </p:cNvPr>
          <p:cNvSpPr>
            <a:spLocks noGrp="1"/>
          </p:cNvSpPr>
          <p:nvPr>
            <p:ph type="dt" sz="half" idx="10"/>
          </p:nvPr>
        </p:nvSpPr>
        <p:spPr/>
        <p:txBody>
          <a:bodyPr/>
          <a:lstStyle>
            <a:lvl1pPr>
              <a:defRPr/>
            </a:lvl1pPr>
          </a:lstStyle>
          <a:p>
            <a:endParaRPr lang="es-ES" altLang="en-US"/>
          </a:p>
        </p:txBody>
      </p:sp>
      <p:sp>
        <p:nvSpPr>
          <p:cNvPr id="5" name="Footer Placeholder 4">
            <a:extLst>
              <a:ext uri="{FF2B5EF4-FFF2-40B4-BE49-F238E27FC236}">
                <a16:creationId xmlns:a16="http://schemas.microsoft.com/office/drawing/2014/main" id="{8F1DA713-58CC-437C-B01B-7CABE431A008}"/>
              </a:ext>
            </a:extLst>
          </p:cNvPr>
          <p:cNvSpPr>
            <a:spLocks noGrp="1"/>
          </p:cNvSpPr>
          <p:nvPr>
            <p:ph type="ftr" sz="quarter" idx="11"/>
          </p:nvPr>
        </p:nvSpPr>
        <p:spPr/>
        <p:txBody>
          <a:bodyPr/>
          <a:lstStyle>
            <a:lvl1pPr>
              <a:defRPr/>
            </a:lvl1pPr>
          </a:lstStyle>
          <a:p>
            <a:endParaRPr lang="es-ES" altLang="en-US"/>
          </a:p>
        </p:txBody>
      </p:sp>
      <p:sp>
        <p:nvSpPr>
          <p:cNvPr id="6" name="Slide Number Placeholder 5">
            <a:extLst>
              <a:ext uri="{FF2B5EF4-FFF2-40B4-BE49-F238E27FC236}">
                <a16:creationId xmlns:a16="http://schemas.microsoft.com/office/drawing/2014/main" id="{C92DC6FA-EE03-40BA-BEFE-F742FF38664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697724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954371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831105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755075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E507F16-9228-404B-8A67-0158C82072EE}"/>
              </a:ext>
            </a:extLst>
          </p:cNvPr>
          <p:cNvSpPr>
            <a:spLocks noGrp="1" noChangeArrowheads="1"/>
          </p:cNvSpPr>
          <p:nvPr>
            <p:ph type="title"/>
          </p:nvPr>
        </p:nvSpPr>
        <p:spPr bwMode="auto">
          <a:xfrm>
            <a:off x="457200" y="205979"/>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n-US"/>
              <a:t>Haga clic para cambiar el estilo de título	</a:t>
            </a:r>
          </a:p>
        </p:txBody>
      </p:sp>
      <p:sp>
        <p:nvSpPr>
          <p:cNvPr id="1027" name="Rectangle 3">
            <a:extLst>
              <a:ext uri="{FF2B5EF4-FFF2-40B4-BE49-F238E27FC236}">
                <a16:creationId xmlns:a16="http://schemas.microsoft.com/office/drawing/2014/main" id="{1B89A3D8-6DF3-4ED4-AA1D-03AA60EF6DDD}"/>
              </a:ext>
            </a:extLst>
          </p:cNvPr>
          <p:cNvSpPr>
            <a:spLocks noGrp="1" noChangeArrowheads="1"/>
          </p:cNvSpPr>
          <p:nvPr>
            <p:ph type="body" idx="1"/>
          </p:nvPr>
        </p:nvSpPr>
        <p:spPr bwMode="auto">
          <a:xfrm>
            <a:off x="457200" y="1200151"/>
            <a:ext cx="8229600" cy="3394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n-US"/>
              <a:t>Haga clic para modificar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p>
        </p:txBody>
      </p:sp>
      <p:sp>
        <p:nvSpPr>
          <p:cNvPr id="1028" name="Rectangle 4">
            <a:extLst>
              <a:ext uri="{FF2B5EF4-FFF2-40B4-BE49-F238E27FC236}">
                <a16:creationId xmlns:a16="http://schemas.microsoft.com/office/drawing/2014/main" id="{0F4D467E-55B6-4DDB-B0B1-C161151E1442}"/>
              </a:ext>
            </a:extLst>
          </p:cNvPr>
          <p:cNvSpPr>
            <a:spLocks noGrp="1" noChangeArrowheads="1"/>
          </p:cNvSpPr>
          <p:nvPr>
            <p:ph type="dt" sz="half" idx="2"/>
          </p:nvPr>
        </p:nvSpPr>
        <p:spPr bwMode="auto">
          <a:xfrm>
            <a:off x="457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50"/>
            </a:lvl1pPr>
          </a:lstStyle>
          <a:p>
            <a:endParaRPr lang="es-ES" altLang="en-US"/>
          </a:p>
        </p:txBody>
      </p:sp>
      <p:sp>
        <p:nvSpPr>
          <p:cNvPr id="1029" name="Rectangle 5">
            <a:extLst>
              <a:ext uri="{FF2B5EF4-FFF2-40B4-BE49-F238E27FC236}">
                <a16:creationId xmlns:a16="http://schemas.microsoft.com/office/drawing/2014/main" id="{9ED71686-08AB-4589-91C0-A2FD515E2C87}"/>
              </a:ext>
            </a:extLst>
          </p:cNvPr>
          <p:cNvSpPr>
            <a:spLocks noGrp="1" noChangeArrowheads="1"/>
          </p:cNvSpPr>
          <p:nvPr>
            <p:ph type="ftr" sz="quarter" idx="3"/>
          </p:nvPr>
        </p:nvSpPr>
        <p:spPr bwMode="auto">
          <a:xfrm>
            <a:off x="3124200" y="4683919"/>
            <a:ext cx="2895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50"/>
            </a:lvl1pPr>
          </a:lstStyle>
          <a:p>
            <a:endParaRPr lang="es-ES" altLang="en-US"/>
          </a:p>
        </p:txBody>
      </p:sp>
      <p:sp>
        <p:nvSpPr>
          <p:cNvPr id="1030" name="Rectangle 6">
            <a:extLst>
              <a:ext uri="{FF2B5EF4-FFF2-40B4-BE49-F238E27FC236}">
                <a16:creationId xmlns:a16="http://schemas.microsoft.com/office/drawing/2014/main" id="{F95ED47E-378C-4EDF-BD29-8DD1DA77B861}"/>
              </a:ext>
            </a:extLst>
          </p:cNvPr>
          <p:cNvSpPr>
            <a:spLocks noGrp="1" noChangeArrowheads="1"/>
          </p:cNvSpPr>
          <p:nvPr>
            <p:ph type="sldNum" sz="quarter" idx="4"/>
          </p:nvPr>
        </p:nvSpPr>
        <p:spPr bwMode="auto">
          <a:xfrm>
            <a:off x="6553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50"/>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1560252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5pPr>
      <a:lvl6pPr marL="3429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6pPr>
      <a:lvl7pPr marL="6858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7pPr>
      <a:lvl8pPr marL="10287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8pPr>
      <a:lvl9pPr marL="13716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9pPr>
    </p:titleStyle>
    <p:body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4" name="Picture 3">
            <a:extLst>
              <a:ext uri="{FF2B5EF4-FFF2-40B4-BE49-F238E27FC236}">
                <a16:creationId xmlns:a16="http://schemas.microsoft.com/office/drawing/2014/main" id="{482702D3-4F37-4AA4-ADB2-85B4291AE342}"/>
              </a:ext>
            </a:extLst>
          </p:cNvPr>
          <p:cNvPicPr>
            <a:picLocks noChangeAspect="1"/>
          </p:cNvPicPr>
          <p:nvPr/>
        </p:nvPicPr>
        <p:blipFill>
          <a:blip r:embed="rId3"/>
          <a:stretch>
            <a:fillRect/>
          </a:stretch>
        </p:blipFill>
        <p:spPr>
          <a:xfrm>
            <a:off x="2429" y="0"/>
            <a:ext cx="9141571" cy="51448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p:nvPr/>
        </p:nvSpPr>
        <p:spPr>
          <a:xfrm>
            <a:off x="486275" y="1384950"/>
            <a:ext cx="4920600" cy="237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000000"/>
              </a:buClr>
              <a:buSzPts val="1800"/>
              <a:buFont typeface="Lato"/>
              <a:buChar char="❏"/>
            </a:pPr>
            <a:r>
              <a:rPr lang="en-GB" sz="1800" b="0" i="0" u="none" strike="noStrike" cap="none">
                <a:solidFill>
                  <a:srgbClr val="000000"/>
                </a:solidFill>
                <a:latin typeface="Lato"/>
                <a:ea typeface="Lato"/>
                <a:cs typeface="Lato"/>
                <a:sym typeface="Lato"/>
              </a:rPr>
              <a:t>Problem Statement</a:t>
            </a:r>
            <a:endParaRPr sz="1800" b="0" i="0" u="none" strike="noStrike" cap="none">
              <a:solidFill>
                <a:srgbClr val="000000"/>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GB" sz="1800" b="0" i="0" u="none" strike="noStrike" cap="none">
                <a:solidFill>
                  <a:srgbClr val="000000"/>
                </a:solidFill>
                <a:latin typeface="Lato"/>
                <a:ea typeface="Lato"/>
                <a:cs typeface="Lato"/>
                <a:sym typeface="Lato"/>
              </a:rPr>
              <a:t>Data Description</a:t>
            </a:r>
            <a:endParaRPr sz="1800" b="0" i="0" u="none" strike="noStrike" cap="none">
              <a:solidFill>
                <a:srgbClr val="000000"/>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GB" sz="1800" b="0" i="0" u="none" strike="noStrike" cap="none">
                <a:solidFill>
                  <a:srgbClr val="000000"/>
                </a:solidFill>
                <a:latin typeface="Lato"/>
                <a:ea typeface="Lato"/>
                <a:cs typeface="Lato"/>
                <a:sym typeface="Lato"/>
              </a:rPr>
              <a:t>Objective Key Metrics and Visualizations</a:t>
            </a:r>
            <a:endParaRPr sz="1800" b="0" i="0" u="none" strike="noStrike" cap="none">
              <a:solidFill>
                <a:srgbClr val="000000"/>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GB" sz="1800" b="0" i="0" u="none" strike="noStrike" cap="none">
                <a:solidFill>
                  <a:srgbClr val="000000"/>
                </a:solidFill>
                <a:latin typeface="Lato"/>
                <a:ea typeface="Lato"/>
                <a:cs typeface="Lato"/>
                <a:sym typeface="Lato"/>
              </a:rPr>
              <a:t>Subjective Question for Insights</a:t>
            </a:r>
            <a:endParaRPr sz="1800" b="0" i="0" u="none" strike="noStrike" cap="none">
              <a:solidFill>
                <a:srgbClr val="000000"/>
              </a:solidFill>
              <a:latin typeface="Lato"/>
              <a:ea typeface="Lato"/>
              <a:cs typeface="Lato"/>
              <a:sym typeface="Lato"/>
            </a:endParaRPr>
          </a:p>
        </p:txBody>
      </p:sp>
      <p:sp>
        <p:nvSpPr>
          <p:cNvPr id="60" name="Google Shape;60;p14"/>
          <p:cNvSpPr txBox="1"/>
          <p:nvPr/>
        </p:nvSpPr>
        <p:spPr>
          <a:xfrm>
            <a:off x="558525" y="403650"/>
            <a:ext cx="4145400" cy="486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400"/>
              <a:buFont typeface="Arial"/>
              <a:buNone/>
            </a:pPr>
            <a:r>
              <a:rPr lang="en-GB" sz="2400" b="0" i="0" u="none" strike="noStrike" cap="none">
                <a:solidFill>
                  <a:srgbClr val="000000"/>
                </a:solidFill>
                <a:latin typeface="Lato"/>
                <a:ea typeface="Lato"/>
                <a:cs typeface="Lato"/>
                <a:sym typeface="Lato"/>
              </a:rPr>
              <a:t>Agenda</a:t>
            </a:r>
            <a:endParaRPr sz="2400" b="0" i="0" u="none" strike="noStrike" cap="none">
              <a:solidFill>
                <a:srgbClr val="000000"/>
              </a:solidFill>
              <a:latin typeface="Lato"/>
              <a:ea typeface="Lato"/>
              <a:cs typeface="Lato"/>
              <a:sym typeface="Lato"/>
            </a:endParaRPr>
          </a:p>
        </p:txBody>
      </p:sp>
      <p:pic>
        <p:nvPicPr>
          <p:cNvPr id="61" name="Google Shape;61;p14"/>
          <p:cNvPicPr preferRelativeResize="0"/>
          <p:nvPr/>
        </p:nvPicPr>
        <p:blipFill rotWithShape="1">
          <a:blip r:embed="rId3">
            <a:alphaModFix/>
          </a:blip>
          <a:srcRect/>
          <a:stretch/>
        </p:blipFill>
        <p:spPr>
          <a:xfrm>
            <a:off x="6907067" y="68276"/>
            <a:ext cx="2142340" cy="2373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Title 1">
            <a:extLst>
              <a:ext uri="{FF2B5EF4-FFF2-40B4-BE49-F238E27FC236}">
                <a16:creationId xmlns:a16="http://schemas.microsoft.com/office/drawing/2014/main" id="{80779F6C-56E3-426D-9B46-F922C708AE2B}"/>
              </a:ext>
            </a:extLst>
          </p:cNvPr>
          <p:cNvSpPr>
            <a:spLocks noGrp="1"/>
          </p:cNvSpPr>
          <p:nvPr>
            <p:ph type="title"/>
          </p:nvPr>
        </p:nvSpPr>
        <p:spPr>
          <a:xfrm>
            <a:off x="2745336" y="106066"/>
            <a:ext cx="3653328" cy="572700"/>
          </a:xfrm>
        </p:spPr>
        <p:txBody>
          <a:bodyPr>
            <a:normAutofit fontScale="90000"/>
          </a:bodyPr>
          <a:lstStyle/>
          <a:p>
            <a:r>
              <a:rPr lang="en-US" b="1" i="1" u="sng" dirty="0">
                <a:solidFill>
                  <a:schemeClr val="accent2">
                    <a:lumMod val="40000"/>
                    <a:lumOff val="60000"/>
                  </a:schemeClr>
                </a:solidFill>
              </a:rPr>
              <a:t>Problem Statement</a:t>
            </a:r>
            <a:endParaRPr lang="en-IN" b="1" i="1" u="sng" dirty="0">
              <a:solidFill>
                <a:schemeClr val="accent2">
                  <a:lumMod val="40000"/>
                  <a:lumOff val="60000"/>
                </a:schemeClr>
              </a:solidFill>
            </a:endParaRPr>
          </a:p>
        </p:txBody>
      </p:sp>
      <p:pic>
        <p:nvPicPr>
          <p:cNvPr id="4" name="Picture 3">
            <a:extLst>
              <a:ext uri="{FF2B5EF4-FFF2-40B4-BE49-F238E27FC236}">
                <a16:creationId xmlns:a16="http://schemas.microsoft.com/office/drawing/2014/main" id="{FECA1AAC-EBC4-4623-9373-4B2B5E8B6379}"/>
              </a:ext>
            </a:extLst>
          </p:cNvPr>
          <p:cNvPicPr>
            <a:picLocks noChangeAspect="1"/>
          </p:cNvPicPr>
          <p:nvPr/>
        </p:nvPicPr>
        <p:blipFill>
          <a:blip r:embed="rId3"/>
          <a:stretch>
            <a:fillRect/>
          </a:stretch>
        </p:blipFill>
        <p:spPr>
          <a:xfrm>
            <a:off x="217107" y="756746"/>
            <a:ext cx="3480917" cy="1958016"/>
          </a:xfrm>
          <a:prstGeom prst="rect">
            <a:avLst/>
          </a:prstGeom>
        </p:spPr>
      </p:pic>
      <p:sp>
        <p:nvSpPr>
          <p:cNvPr id="9" name="TextBox 8">
            <a:extLst>
              <a:ext uri="{FF2B5EF4-FFF2-40B4-BE49-F238E27FC236}">
                <a16:creationId xmlns:a16="http://schemas.microsoft.com/office/drawing/2014/main" id="{51DFBDAB-5BD8-4BF7-85BE-7A73D13107A3}"/>
              </a:ext>
            </a:extLst>
          </p:cNvPr>
          <p:cNvSpPr txBox="1"/>
          <p:nvPr/>
        </p:nvSpPr>
        <p:spPr>
          <a:xfrm>
            <a:off x="3957145" y="756746"/>
            <a:ext cx="4477408" cy="3416320"/>
          </a:xfrm>
          <a:prstGeom prst="rect">
            <a:avLst/>
          </a:prstGeom>
          <a:noFill/>
        </p:spPr>
        <p:txBody>
          <a:bodyPr wrap="square">
            <a:spAutoFit/>
          </a:bodyPr>
          <a:lstStyle/>
          <a:p>
            <a:pPr marL="0" indent="0">
              <a:buNone/>
            </a:pPr>
            <a:r>
              <a:rPr lang="en-US" sz="2400" dirty="0">
                <a:solidFill>
                  <a:schemeClr val="bg1"/>
                </a:solidFill>
                <a:latin typeface="Times New Roman" panose="02020603050405020304" pitchFamily="18" charset="0"/>
                <a:cs typeface="Times New Roman" panose="02020603050405020304" pitchFamily="18" charset="0"/>
              </a:rPr>
              <a:t>You are hired as a data analyst at Chinook,</a:t>
            </a:r>
          </a:p>
          <a:p>
            <a:pPr marL="0" indent="0">
              <a:buNone/>
            </a:pPr>
            <a:r>
              <a:rPr lang="en-US" sz="2400" dirty="0">
                <a:solidFill>
                  <a:schemeClr val="bg1"/>
                </a:solidFill>
                <a:latin typeface="Times New Roman" panose="02020603050405020304" pitchFamily="18" charset="0"/>
                <a:cs typeface="Times New Roman" panose="02020603050405020304" pitchFamily="18" charset="0"/>
              </a:rPr>
              <a:t> and your objective is to analyze music</a:t>
            </a:r>
          </a:p>
          <a:p>
            <a:pPr marL="0" indent="0">
              <a:buNone/>
            </a:pPr>
            <a:r>
              <a:rPr lang="en-US" sz="2400" dirty="0">
                <a:solidFill>
                  <a:schemeClr val="bg1"/>
                </a:solidFill>
                <a:latin typeface="Times New Roman" panose="02020603050405020304" pitchFamily="18" charset="0"/>
                <a:cs typeface="Times New Roman" panose="02020603050405020304" pitchFamily="18" charset="0"/>
              </a:rPr>
              <a:t> record sales data to gain insights and make</a:t>
            </a:r>
          </a:p>
          <a:p>
            <a:pPr marL="0" indent="0">
              <a:buNone/>
            </a:pPr>
            <a:r>
              <a:rPr lang="en-US" sz="2400" dirty="0">
                <a:solidFill>
                  <a:schemeClr val="bg1"/>
                </a:solidFill>
                <a:latin typeface="Times New Roman" panose="02020603050405020304" pitchFamily="18" charset="0"/>
                <a:cs typeface="Times New Roman" panose="02020603050405020304" pitchFamily="18" charset="0"/>
              </a:rPr>
              <a:t> recommendations for the company's strategy</a:t>
            </a:r>
          </a:p>
          <a:p>
            <a:pPr marL="0" indent="0">
              <a:buNone/>
            </a:pPr>
            <a:r>
              <a:rPr lang="en-US" sz="2400" dirty="0">
                <a:solidFill>
                  <a:schemeClr val="bg1"/>
                </a:solidFill>
                <a:latin typeface="Times New Roman" panose="02020603050405020304" pitchFamily="18" charset="0"/>
                <a:cs typeface="Times New Roman" panose="02020603050405020304" pitchFamily="18" charset="0"/>
              </a:rPr>
              <a:t> in the physical music market.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8" name="TextBox 7">
            <a:extLst>
              <a:ext uri="{FF2B5EF4-FFF2-40B4-BE49-F238E27FC236}">
                <a16:creationId xmlns:a16="http://schemas.microsoft.com/office/drawing/2014/main" id="{F12A239D-3BC8-4CAA-B574-55F6F852E2CD}"/>
              </a:ext>
            </a:extLst>
          </p:cNvPr>
          <p:cNvSpPr txBox="1"/>
          <p:nvPr/>
        </p:nvSpPr>
        <p:spPr>
          <a:xfrm>
            <a:off x="2443656" y="102601"/>
            <a:ext cx="3590596" cy="584775"/>
          </a:xfrm>
          <a:prstGeom prst="rect">
            <a:avLst/>
          </a:prstGeom>
          <a:noFill/>
        </p:spPr>
        <p:txBody>
          <a:bodyPr wrap="square">
            <a:spAutoFit/>
          </a:bodyPr>
          <a:lstStyle/>
          <a:p>
            <a:r>
              <a:rPr lang="en-IN" sz="3200" b="1" u="sng" dirty="0">
                <a:solidFill>
                  <a:schemeClr val="bg1"/>
                </a:solidFill>
                <a:latin typeface="Times New Roman" panose="02020603050405020304" pitchFamily="18" charset="0"/>
                <a:cs typeface="Times New Roman" panose="02020603050405020304" pitchFamily="18" charset="0"/>
              </a:rPr>
              <a:t>Database Schema</a:t>
            </a:r>
            <a:endParaRPr lang="en-IN" sz="3200" dirty="0">
              <a:solidFill>
                <a:schemeClr val="bg1"/>
              </a:solidFill>
            </a:endParaRPr>
          </a:p>
        </p:txBody>
      </p:sp>
      <p:pic>
        <p:nvPicPr>
          <p:cNvPr id="3" name="Picture 2">
            <a:extLst>
              <a:ext uri="{FF2B5EF4-FFF2-40B4-BE49-F238E27FC236}">
                <a16:creationId xmlns:a16="http://schemas.microsoft.com/office/drawing/2014/main" id="{E9D02EA3-EED1-4CEF-BFD1-8F80DF473759}"/>
              </a:ext>
            </a:extLst>
          </p:cNvPr>
          <p:cNvPicPr>
            <a:picLocks noChangeAspect="1"/>
          </p:cNvPicPr>
          <p:nvPr/>
        </p:nvPicPr>
        <p:blipFill>
          <a:blip r:embed="rId3"/>
          <a:stretch>
            <a:fillRect/>
          </a:stretch>
        </p:blipFill>
        <p:spPr>
          <a:xfrm>
            <a:off x="0" y="673870"/>
            <a:ext cx="9144000" cy="38427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 name="Title 1">
            <a:extLst>
              <a:ext uri="{FF2B5EF4-FFF2-40B4-BE49-F238E27FC236}">
                <a16:creationId xmlns:a16="http://schemas.microsoft.com/office/drawing/2014/main" id="{CA1B2556-9EA8-4647-A3F5-E96993DA0795}"/>
              </a:ext>
            </a:extLst>
          </p:cNvPr>
          <p:cNvSpPr>
            <a:spLocks noGrp="1"/>
          </p:cNvSpPr>
          <p:nvPr>
            <p:ph type="title"/>
          </p:nvPr>
        </p:nvSpPr>
        <p:spPr>
          <a:xfrm>
            <a:off x="2288798" y="145309"/>
            <a:ext cx="4214479" cy="401533"/>
          </a:xfrm>
        </p:spPr>
        <p:txBody>
          <a:bodyPr>
            <a:noAutofit/>
          </a:bodyPr>
          <a:lstStyle/>
          <a:p>
            <a:pPr algn="ctr"/>
            <a:r>
              <a:rPr lang="en-IN" sz="3200" b="1" u="sng" dirty="0">
                <a:solidFill>
                  <a:srgbClr val="FFFF00"/>
                </a:solidFill>
                <a:latin typeface="Times New Roman" panose="02020603050405020304" pitchFamily="18" charset="0"/>
                <a:cs typeface="Times New Roman" panose="02020603050405020304" pitchFamily="18" charset="0"/>
              </a:rPr>
              <a:t>Data Description</a:t>
            </a:r>
            <a:endParaRPr lang="en-IN" sz="3200" u="sng" dirty="0">
              <a:solidFill>
                <a:srgbClr val="FFFF00"/>
              </a:solidFill>
            </a:endParaRPr>
          </a:p>
        </p:txBody>
      </p:sp>
      <p:sp>
        <p:nvSpPr>
          <p:cNvPr id="8" name="Content Placeholder 2">
            <a:extLst>
              <a:ext uri="{FF2B5EF4-FFF2-40B4-BE49-F238E27FC236}">
                <a16:creationId xmlns:a16="http://schemas.microsoft.com/office/drawing/2014/main" id="{2CC88946-F67A-47DB-9ED1-94A11A7AF175}"/>
              </a:ext>
            </a:extLst>
          </p:cNvPr>
          <p:cNvSpPr txBox="1">
            <a:spLocks/>
          </p:cNvSpPr>
          <p:nvPr/>
        </p:nvSpPr>
        <p:spPr bwMode="auto">
          <a:xfrm>
            <a:off x="134008" y="938048"/>
            <a:ext cx="9009992" cy="3658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25" tIns="91425" rIns="91425" bIns="91425" numCol="1" anchor="t" anchorCtr="0" compatLnSpc="1">
            <a:prstTxWarp prst="textNoShape">
              <a:avLst/>
            </a:prstTxWarp>
            <a:normAutofit fontScale="92500" lnSpcReduction="20000"/>
          </a:bodyPr>
          <a:lstStyle>
            <a:lvl1pPr marL="457200" lvl="0" indent="-342900" algn="l" rtl="0" eaLnBrk="1" fontAlgn="base" hangingPunct="1">
              <a:spcBef>
                <a:spcPts val="0"/>
              </a:spcBef>
              <a:spcAft>
                <a:spcPts val="0"/>
              </a:spcAft>
              <a:buSzPts val="1800"/>
              <a:buChar char="●"/>
              <a:defRPr sz="2400" kern="1200">
                <a:solidFill>
                  <a:schemeClr val="tx1"/>
                </a:solidFill>
                <a:latin typeface="+mn-lt"/>
                <a:ea typeface="+mn-ea"/>
                <a:cs typeface="+mn-cs"/>
              </a:defRPr>
            </a:lvl1pPr>
            <a:lvl2pPr marL="914400" lvl="1" indent="-317500" algn="l" rtl="0" eaLnBrk="1" fontAlgn="base" hangingPunct="1">
              <a:spcBef>
                <a:spcPts val="0"/>
              </a:spcBef>
              <a:spcAft>
                <a:spcPts val="0"/>
              </a:spcAft>
              <a:buSzPts val="1400"/>
              <a:buChar char="○"/>
              <a:defRPr sz="2100" kern="1200">
                <a:solidFill>
                  <a:schemeClr val="tx1"/>
                </a:solidFill>
                <a:latin typeface="+mn-lt"/>
                <a:ea typeface="+mn-ea"/>
                <a:cs typeface="+mn-cs"/>
              </a:defRPr>
            </a:lvl2pPr>
            <a:lvl3pPr marL="1371600" lvl="2" indent="-317500" algn="l" rtl="0" eaLnBrk="1" fontAlgn="base" hangingPunct="1">
              <a:spcBef>
                <a:spcPts val="0"/>
              </a:spcBef>
              <a:spcAft>
                <a:spcPts val="0"/>
              </a:spcAft>
              <a:buSzPts val="1400"/>
              <a:buChar char="■"/>
              <a:defRPr sz="1800" kern="1200">
                <a:solidFill>
                  <a:schemeClr val="tx1"/>
                </a:solidFill>
                <a:latin typeface="+mn-lt"/>
                <a:ea typeface="+mn-ea"/>
                <a:cs typeface="+mn-cs"/>
              </a:defRPr>
            </a:lvl3pPr>
            <a:lvl4pPr marL="1828800" lvl="3" indent="-317500" algn="l" rtl="0" eaLnBrk="1" fontAlgn="base" hangingPunct="1">
              <a:spcBef>
                <a:spcPts val="0"/>
              </a:spcBef>
              <a:spcAft>
                <a:spcPts val="0"/>
              </a:spcAft>
              <a:buSzPts val="1400"/>
              <a:buChar char="●"/>
              <a:defRPr sz="1500" kern="1200">
                <a:solidFill>
                  <a:schemeClr val="tx1"/>
                </a:solidFill>
                <a:latin typeface="+mn-lt"/>
                <a:ea typeface="+mn-ea"/>
                <a:cs typeface="+mn-cs"/>
              </a:defRPr>
            </a:lvl4pPr>
            <a:lvl5pPr marL="2286000" lvl="4" indent="-317500" algn="l" rtl="0" eaLnBrk="1" fontAlgn="base" hangingPunct="1">
              <a:spcBef>
                <a:spcPts val="0"/>
              </a:spcBef>
              <a:spcAft>
                <a:spcPts val="0"/>
              </a:spcAft>
              <a:buSzPts val="1400"/>
              <a:buChar char="○"/>
              <a:defRPr sz="1500" kern="1200">
                <a:solidFill>
                  <a:schemeClr val="tx1"/>
                </a:solidFill>
                <a:latin typeface="+mn-lt"/>
                <a:ea typeface="+mn-ea"/>
                <a:cs typeface="+mn-cs"/>
              </a:defRPr>
            </a:lvl5pPr>
            <a:lvl6pPr marL="2743200" lvl="5"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6pPr>
            <a:lvl7pPr marL="3200400" lvl="6"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7pPr>
            <a:lvl8pPr marL="3657600" lvl="7"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8pPr>
            <a:lvl9pPr marL="4114800" lvl="8"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9pPr>
          </a:lstStyle>
          <a:p>
            <a:pPr marL="0" indent="0">
              <a:buClr>
                <a:schemeClr val="dk1"/>
              </a:buClr>
              <a:buSzPct val="55000"/>
              <a:buFontTx/>
              <a:buNone/>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customer:</a:t>
            </a:r>
          </a:p>
          <a:p>
            <a:pPr indent="-294054">
              <a:buClr>
                <a:schemeClr val="dk1"/>
              </a:buClr>
              <a:buSzPct val="100000"/>
              <a:buFont typeface="Wingdings 3" charset="2"/>
              <a:buChar char="●"/>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customer_id</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Unique identifier assigned to each customer.</a:t>
            </a:r>
          </a:p>
          <a:p>
            <a:pPr indent="-294054">
              <a:buClr>
                <a:schemeClr val="dk1"/>
              </a:buClr>
              <a:buSzPct val="100000"/>
              <a:buFont typeface="Wingdings 3" charset="2"/>
              <a:buChar char="●"/>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first_name</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given name or first name of a customer.</a:t>
            </a:r>
          </a:p>
          <a:p>
            <a:pPr indent="-294054">
              <a:buClr>
                <a:schemeClr val="dk1"/>
              </a:buClr>
              <a:buSzPct val="100000"/>
              <a:buFont typeface="Wingdings 3" charset="2"/>
              <a:buChar char="●"/>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last_name</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surname or family name of a customer.</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company: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name of the company associated with a customer.</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address</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street address of a customer's location.</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city</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city where a customer is located.</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state</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state or province where a customer is located.</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country</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country where a customer is located.</a:t>
            </a:r>
          </a:p>
          <a:p>
            <a:pPr indent="-294054">
              <a:buClr>
                <a:schemeClr val="dk1"/>
              </a:buClr>
              <a:buSzPct val="100000"/>
              <a:buFont typeface="Wingdings 3" charset="2"/>
              <a:buChar char="●"/>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postal_code</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postal or zip code of a customer's address.</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phone</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phone number of a customer.</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fax:</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fax number associated with a customer.</a:t>
            </a:r>
          </a:p>
          <a:p>
            <a:pPr indent="-294054">
              <a:buClr>
                <a:schemeClr val="dk1"/>
              </a:buClr>
              <a:buSzPct val="100000"/>
              <a:buFont typeface="Wingdings 3" charset="2"/>
              <a:buChar char="●"/>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email:</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email address of a customer.</a:t>
            </a:r>
          </a:p>
          <a:p>
            <a:pPr indent="-294054">
              <a:buClr>
                <a:schemeClr val="dk1"/>
              </a:buClr>
              <a:buSzPct val="100000"/>
              <a:buFont typeface="Wingdings 3" charset="2"/>
              <a:buChar char="●"/>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support_rep_id</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employee ID of the support representative assigned to a customer.</a:t>
            </a:r>
            <a:endPar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5000"/>
              </a:lnSpc>
              <a:buClr>
                <a:schemeClr val="dk1"/>
              </a:buClr>
              <a:buSzPts val="935"/>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invoice_line</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indent="-287972">
              <a:lnSpc>
                <a:spcPct val="105000"/>
              </a:lnSpc>
              <a:buClr>
                <a:schemeClr val="dk1"/>
              </a:buClr>
              <a:buSzPts val="935"/>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invoice_line_id</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line item on an invoice.</a:t>
            </a:r>
          </a:p>
          <a:p>
            <a:pPr indent="-287972">
              <a:lnSpc>
                <a:spcPct val="105000"/>
              </a:lnSpc>
              <a:buClr>
                <a:schemeClr val="dk1"/>
              </a:buClr>
              <a:buSzPts val="935"/>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invoice_id</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invoice ID to which the line item belongs.</a:t>
            </a:r>
          </a:p>
          <a:p>
            <a:pPr indent="-287972">
              <a:lnSpc>
                <a:spcPct val="105000"/>
              </a:lnSpc>
              <a:buClr>
                <a:schemeClr val="dk1"/>
              </a:buClr>
              <a:buSzPts val="935"/>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track_id</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track or product included in the line item.</a:t>
            </a:r>
          </a:p>
          <a:p>
            <a:pPr indent="-287972">
              <a:lnSpc>
                <a:spcPct val="105000"/>
              </a:lnSpc>
              <a:buClr>
                <a:schemeClr val="dk1"/>
              </a:buClr>
              <a:buSzPts val="935"/>
            </a:pPr>
            <a:r>
              <a:rPr lang="en-IN" sz="14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unit_price</a:t>
            </a: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price per unit for the line item.</a:t>
            </a:r>
          </a:p>
          <a:p>
            <a:pPr indent="-287972">
              <a:lnSpc>
                <a:spcPct val="105000"/>
              </a:lnSpc>
              <a:buClr>
                <a:schemeClr val="dk1"/>
              </a:buClr>
              <a:buSzPts val="935"/>
            </a:pPr>
            <a:r>
              <a:rPr lang="en-IN" sz="1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quantity: </a:t>
            </a:r>
            <a:r>
              <a:rPr lang="en-IN"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quantity of units for the line item.</a:t>
            </a:r>
          </a:p>
          <a:p>
            <a:endParaRPr lang="en-IN" sz="1400" dirty="0">
              <a:solidFill>
                <a:schemeClr val="bg1"/>
              </a:solidFill>
            </a:endParaRPr>
          </a:p>
          <a:p>
            <a:pPr marL="0" indent="0">
              <a:buFontTx/>
              <a:buNone/>
            </a:pPr>
            <a:endParaRPr lang="en-IN" sz="14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7" name="Title 1">
            <a:extLst>
              <a:ext uri="{FF2B5EF4-FFF2-40B4-BE49-F238E27FC236}">
                <a16:creationId xmlns:a16="http://schemas.microsoft.com/office/drawing/2014/main" id="{40691AD6-61A2-408A-A829-EDED4F52E05A}"/>
              </a:ext>
            </a:extLst>
          </p:cNvPr>
          <p:cNvSpPr>
            <a:spLocks noGrp="1"/>
          </p:cNvSpPr>
          <p:nvPr>
            <p:ph type="title"/>
          </p:nvPr>
        </p:nvSpPr>
        <p:spPr>
          <a:xfrm>
            <a:off x="759542" y="138984"/>
            <a:ext cx="6429534" cy="824578"/>
          </a:xfrm>
        </p:spPr>
        <p:txBody>
          <a:bodyPr/>
          <a:lstStyle/>
          <a:p>
            <a:pPr algn="ctr"/>
            <a:r>
              <a:rPr lang="en-IN" b="1" u="sng" dirty="0">
                <a:solidFill>
                  <a:srgbClr val="FFFF00"/>
                </a:solidFill>
                <a:latin typeface="Times New Roman" panose="02020603050405020304" pitchFamily="18" charset="0"/>
                <a:cs typeface="Times New Roman" panose="02020603050405020304" pitchFamily="18" charset="0"/>
              </a:rPr>
              <a:t>Data Description</a:t>
            </a:r>
            <a:endParaRPr lang="en-IN" u="sng" dirty="0">
              <a:solidFill>
                <a:srgbClr val="FFFF00"/>
              </a:solidFill>
            </a:endParaRPr>
          </a:p>
        </p:txBody>
      </p:sp>
      <p:sp>
        <p:nvSpPr>
          <p:cNvPr id="8" name="Content Placeholder 2">
            <a:extLst>
              <a:ext uri="{FF2B5EF4-FFF2-40B4-BE49-F238E27FC236}">
                <a16:creationId xmlns:a16="http://schemas.microsoft.com/office/drawing/2014/main" id="{C776941C-5C1E-424B-85D7-C597AFE7AF58}"/>
              </a:ext>
            </a:extLst>
          </p:cNvPr>
          <p:cNvSpPr txBox="1">
            <a:spLocks/>
          </p:cNvSpPr>
          <p:nvPr/>
        </p:nvSpPr>
        <p:spPr bwMode="auto">
          <a:xfrm>
            <a:off x="89337" y="717331"/>
            <a:ext cx="8810297" cy="3972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25" tIns="91425" rIns="91425" bIns="91425" numCol="1" anchor="t" anchorCtr="0" compatLnSpc="1">
            <a:prstTxWarp prst="textNoShape">
              <a:avLst/>
            </a:prstTxWarp>
            <a:normAutofit fontScale="92500" lnSpcReduction="20000"/>
          </a:bodyPr>
          <a:lstStyle>
            <a:lvl1pPr marL="457200" lvl="0" indent="-317500" algn="l" rtl="0" eaLnBrk="1" fontAlgn="base" hangingPunct="1">
              <a:spcBef>
                <a:spcPts val="0"/>
              </a:spcBef>
              <a:spcAft>
                <a:spcPts val="0"/>
              </a:spcAft>
              <a:buSzPts val="1400"/>
              <a:buChar char="●"/>
              <a:defRPr sz="1400" kern="1200">
                <a:solidFill>
                  <a:schemeClr val="tx1"/>
                </a:solidFill>
                <a:latin typeface="+mn-lt"/>
                <a:ea typeface="+mn-ea"/>
                <a:cs typeface="+mn-cs"/>
              </a:defRPr>
            </a:lvl1pPr>
            <a:lvl2pPr marL="914400" lvl="1" indent="-304800" algn="l" rtl="0" eaLnBrk="1" fontAlgn="base" hangingPunct="1">
              <a:spcBef>
                <a:spcPts val="0"/>
              </a:spcBef>
              <a:spcAft>
                <a:spcPts val="0"/>
              </a:spcAft>
              <a:buSzPts val="1200"/>
              <a:buChar char="○"/>
              <a:defRPr sz="1200" kern="1200">
                <a:solidFill>
                  <a:schemeClr val="tx1"/>
                </a:solidFill>
                <a:latin typeface="+mn-lt"/>
                <a:ea typeface="+mn-ea"/>
                <a:cs typeface="+mn-cs"/>
              </a:defRPr>
            </a:lvl2pPr>
            <a:lvl3pPr marL="1371600" lvl="2" indent="-304800" algn="l" rtl="0" eaLnBrk="1" fontAlgn="base" hangingPunct="1">
              <a:spcBef>
                <a:spcPts val="0"/>
              </a:spcBef>
              <a:spcAft>
                <a:spcPts val="0"/>
              </a:spcAft>
              <a:buSzPts val="1200"/>
              <a:buChar char="■"/>
              <a:defRPr sz="1200" kern="1200">
                <a:solidFill>
                  <a:schemeClr val="tx1"/>
                </a:solidFill>
                <a:latin typeface="+mn-lt"/>
                <a:ea typeface="+mn-ea"/>
                <a:cs typeface="+mn-cs"/>
              </a:defRPr>
            </a:lvl3pPr>
            <a:lvl4pPr marL="1828800" lvl="3" indent="-304800" algn="l" rtl="0" eaLnBrk="1" fontAlgn="base" hangingPunct="1">
              <a:spcBef>
                <a:spcPts val="0"/>
              </a:spcBef>
              <a:spcAft>
                <a:spcPts val="0"/>
              </a:spcAft>
              <a:buSzPts val="1200"/>
              <a:buChar char="●"/>
              <a:defRPr sz="1200" kern="1200">
                <a:solidFill>
                  <a:schemeClr val="tx1"/>
                </a:solidFill>
                <a:latin typeface="+mn-lt"/>
                <a:ea typeface="+mn-ea"/>
                <a:cs typeface="+mn-cs"/>
              </a:defRPr>
            </a:lvl4pPr>
            <a:lvl5pPr marL="2286000" lvl="4" indent="-304800" algn="l" rtl="0" eaLnBrk="1" fontAlgn="base" hangingPunct="1">
              <a:spcBef>
                <a:spcPts val="0"/>
              </a:spcBef>
              <a:spcAft>
                <a:spcPts val="0"/>
              </a:spcAft>
              <a:buSzPts val="1200"/>
              <a:buChar char="○"/>
              <a:defRPr sz="1200" kern="1200">
                <a:solidFill>
                  <a:schemeClr val="tx1"/>
                </a:solidFill>
                <a:latin typeface="+mn-lt"/>
                <a:ea typeface="+mn-ea"/>
                <a:cs typeface="+mn-cs"/>
              </a:defRPr>
            </a:lvl5pPr>
            <a:lvl6pPr marL="2743200" lvl="5" indent="-304800" algn="l" defTabSz="685800" rtl="0" eaLnBrk="1" latinLnBrk="0" hangingPunct="1">
              <a:lnSpc>
                <a:spcPct val="90000"/>
              </a:lnSpc>
              <a:spcBef>
                <a:spcPts val="0"/>
              </a:spcBef>
              <a:spcAft>
                <a:spcPts val="0"/>
              </a:spcAft>
              <a:buSzPts val="1200"/>
              <a:buFont typeface="Arial" panose="020B0604020202020204" pitchFamily="34" charset="0"/>
              <a:buChar char="■"/>
              <a:defRPr sz="1200" kern="1200">
                <a:solidFill>
                  <a:schemeClr val="tx1"/>
                </a:solidFill>
                <a:latin typeface="+mn-lt"/>
                <a:ea typeface="+mn-ea"/>
                <a:cs typeface="+mn-cs"/>
              </a:defRPr>
            </a:lvl6pPr>
            <a:lvl7pPr marL="3200400" lvl="6" indent="-304800" algn="l" defTabSz="685800" rtl="0" eaLnBrk="1" latinLnBrk="0" hangingPunct="1">
              <a:lnSpc>
                <a:spcPct val="90000"/>
              </a:lnSpc>
              <a:spcBef>
                <a:spcPts val="0"/>
              </a:spcBef>
              <a:spcAft>
                <a:spcPts val="0"/>
              </a:spcAft>
              <a:buSzPts val="1200"/>
              <a:buFont typeface="Arial" panose="020B0604020202020204" pitchFamily="34" charset="0"/>
              <a:buChar char="●"/>
              <a:defRPr sz="1200" kern="1200">
                <a:solidFill>
                  <a:schemeClr val="tx1"/>
                </a:solidFill>
                <a:latin typeface="+mn-lt"/>
                <a:ea typeface="+mn-ea"/>
                <a:cs typeface="+mn-cs"/>
              </a:defRPr>
            </a:lvl7pPr>
            <a:lvl8pPr marL="3657600" lvl="7" indent="-304800" algn="l" defTabSz="685800" rtl="0" eaLnBrk="1" latinLnBrk="0" hangingPunct="1">
              <a:lnSpc>
                <a:spcPct val="90000"/>
              </a:lnSpc>
              <a:spcBef>
                <a:spcPts val="0"/>
              </a:spcBef>
              <a:spcAft>
                <a:spcPts val="0"/>
              </a:spcAft>
              <a:buSzPts val="1200"/>
              <a:buFont typeface="Arial" panose="020B0604020202020204" pitchFamily="34" charset="0"/>
              <a:buChar char="○"/>
              <a:defRPr sz="1200" kern="1200">
                <a:solidFill>
                  <a:schemeClr val="tx1"/>
                </a:solidFill>
                <a:latin typeface="+mn-lt"/>
                <a:ea typeface="+mn-ea"/>
                <a:cs typeface="+mn-cs"/>
              </a:defRPr>
            </a:lvl8pPr>
            <a:lvl9pPr marL="4114800" lvl="8" indent="-304800" algn="l" defTabSz="685800" rtl="0" eaLnBrk="1" latinLnBrk="0" hangingPunct="1">
              <a:lnSpc>
                <a:spcPct val="90000"/>
              </a:lnSpc>
              <a:spcBef>
                <a:spcPts val="0"/>
              </a:spcBef>
              <a:spcAft>
                <a:spcPts val="0"/>
              </a:spcAft>
              <a:buSzPts val="1200"/>
              <a:buFont typeface="Arial" panose="020B0604020202020204" pitchFamily="34" charset="0"/>
              <a:buChar char="■"/>
              <a:defRPr sz="1200" kern="1200">
                <a:solidFill>
                  <a:schemeClr val="tx1"/>
                </a:solidFill>
                <a:latin typeface="+mn-lt"/>
                <a:ea typeface="+mn-ea"/>
                <a:cs typeface="+mn-cs"/>
              </a:defRPr>
            </a:lvl9pPr>
          </a:lstStyle>
          <a:p>
            <a:pPr marL="0" indent="0">
              <a:buFontTx/>
              <a:buNone/>
            </a:pP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invoice:</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invoice_id</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Unique identifier assigned to each invoice.</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customer_id</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customer ID associated with the invoice.</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invoice_date</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The date when the invoice was generated or issued.</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billing_address</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street address used for billing purposes.</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billing_city</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city used for billing purposes.</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billing_state</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state or province used for billing purposes.</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billing_country</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country used for billing purposes.</a:t>
            </a:r>
          </a:p>
          <a:p>
            <a:pPr indent="-298450">
              <a:buClr>
                <a:schemeClr val="dk1"/>
              </a:buClr>
              <a:buSzPts val="1100"/>
              <a:buFont typeface="Wingdings 3" charset="2"/>
              <a:buChar char="●"/>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billing_postal_code</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postal or zip code used for billing purposes.</a:t>
            </a:r>
          </a:p>
          <a:p>
            <a:pPr indent="-298450">
              <a:buClr>
                <a:schemeClr val="dk1"/>
              </a:buClr>
              <a:buSzPts val="1100"/>
              <a:buFont typeface="Wingdings 3" charset="2"/>
              <a:buChar char="●"/>
            </a:pP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total: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total amount due on the invoice.</a:t>
            </a:r>
          </a:p>
          <a:p>
            <a:pPr>
              <a:buClr>
                <a:schemeClr val="dk1"/>
              </a:buClr>
              <a:buSzPct val="100000"/>
            </a:pP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playlist</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indent="-290274">
              <a:buClr>
                <a:schemeClr val="dk1"/>
              </a:buClr>
              <a:buSzPct val="100000"/>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playlist_id</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playlist.</a:t>
            </a:r>
          </a:p>
          <a:p>
            <a:pPr indent="-290274">
              <a:buClr>
                <a:schemeClr val="dk1"/>
              </a:buClr>
              <a:buSzPct val="100000"/>
            </a:pP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name or title of the playlist.</a:t>
            </a:r>
          </a:p>
          <a:p>
            <a:pPr>
              <a:buClr>
                <a:schemeClr val="dk1"/>
              </a:buClr>
              <a:buSzPct val="104761"/>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playlist_track</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indent="-290274">
              <a:buClr>
                <a:schemeClr val="dk1"/>
              </a:buClr>
              <a:buSzPct val="100000"/>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playlist_id</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playlist to which the track belongs.</a:t>
            </a:r>
          </a:p>
          <a:p>
            <a:pPr indent="-290274">
              <a:buClr>
                <a:schemeClr val="dk1"/>
              </a:buClr>
              <a:buSzPct val="100000"/>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track_id</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track included in the playlist.</a:t>
            </a:r>
          </a:p>
          <a:p>
            <a:pPr>
              <a:buClr>
                <a:schemeClr val="dk1"/>
              </a:buClr>
              <a:buSzPts val="1100"/>
            </a:pP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genre</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indent="-298450">
              <a:buClr>
                <a:schemeClr val="dk1"/>
              </a:buClr>
              <a:buSzPts val="1100"/>
            </a:pPr>
            <a:r>
              <a:rPr lang="en-IN" sz="16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genre_id</a:t>
            </a: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genre.</a:t>
            </a:r>
          </a:p>
          <a:p>
            <a:pPr indent="-298450">
              <a:buClr>
                <a:schemeClr val="dk1"/>
              </a:buClr>
              <a:buSzPts val="1100"/>
            </a:pPr>
            <a:r>
              <a:rPr lang="en-IN" sz="1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name or description of the genre (e.g., rock, pop, classical).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13" name="TextBox 12">
            <a:extLst>
              <a:ext uri="{FF2B5EF4-FFF2-40B4-BE49-F238E27FC236}">
                <a16:creationId xmlns:a16="http://schemas.microsoft.com/office/drawing/2014/main" id="{C4B815F7-4207-407F-A3E5-75BB90B21A07}"/>
              </a:ext>
            </a:extLst>
          </p:cNvPr>
          <p:cNvSpPr txBox="1"/>
          <p:nvPr/>
        </p:nvSpPr>
        <p:spPr>
          <a:xfrm>
            <a:off x="2995448" y="0"/>
            <a:ext cx="3153104" cy="584775"/>
          </a:xfrm>
          <a:prstGeom prst="rect">
            <a:avLst/>
          </a:prstGeom>
          <a:noFill/>
        </p:spPr>
        <p:txBody>
          <a:bodyPr wrap="square">
            <a:spAutoFit/>
          </a:bodyPr>
          <a:lstStyle/>
          <a:p>
            <a:r>
              <a:rPr lang="en-IN" sz="3200" b="1" u="sng" dirty="0">
                <a:solidFill>
                  <a:schemeClr val="bg1"/>
                </a:solidFill>
                <a:latin typeface="Times New Roman" panose="02020603050405020304" pitchFamily="18" charset="0"/>
                <a:cs typeface="Times New Roman" panose="02020603050405020304" pitchFamily="18" charset="0"/>
              </a:rPr>
              <a:t>Data Description</a:t>
            </a:r>
            <a:endParaRPr lang="en-IN" sz="3200" dirty="0">
              <a:solidFill>
                <a:schemeClr val="bg1"/>
              </a:solidFill>
            </a:endParaRPr>
          </a:p>
        </p:txBody>
      </p:sp>
      <p:sp>
        <p:nvSpPr>
          <p:cNvPr id="6" name="Rectangle: Rounded Corners 5">
            <a:extLst>
              <a:ext uri="{FF2B5EF4-FFF2-40B4-BE49-F238E27FC236}">
                <a16:creationId xmlns:a16="http://schemas.microsoft.com/office/drawing/2014/main" id="{AC36488C-AFAD-4001-823C-8FDEC67CFF39}"/>
              </a:ext>
            </a:extLst>
          </p:cNvPr>
          <p:cNvSpPr/>
          <p:nvPr/>
        </p:nvSpPr>
        <p:spPr>
          <a:xfrm>
            <a:off x="457200" y="898634"/>
            <a:ext cx="6243145" cy="347629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lvl="0" indent="0">
              <a:buClr>
                <a:schemeClr val="dk1"/>
              </a:buClr>
              <a:buSzPct val="104761"/>
              <a:buNone/>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Track</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0274">
              <a:buClr>
                <a:schemeClr val="dk1"/>
              </a:buClr>
              <a:buSzPct val="1000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track_id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track or song.</a:t>
            </a:r>
          </a:p>
          <a:p>
            <a:pPr marL="457200" lvl="0" indent="-290274">
              <a:buClr>
                <a:schemeClr val="dk1"/>
              </a:buClr>
              <a:buSzPct val="1000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title or name of the track.</a:t>
            </a:r>
          </a:p>
          <a:p>
            <a:pPr marL="457200" lvl="0" indent="-290274">
              <a:buClr>
                <a:schemeClr val="dk1"/>
              </a:buClr>
              <a:buSzPct val="1000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album_id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album to which the track belongs.</a:t>
            </a:r>
          </a:p>
          <a:p>
            <a:pPr marL="457200" lvl="0" indent="-290274">
              <a:buClr>
                <a:schemeClr val="dk1"/>
              </a:buClr>
              <a:buSzPct val="1000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media_type_id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media type associated with the track.</a:t>
            </a:r>
          </a:p>
          <a:p>
            <a:pPr marL="457200" lvl="0" indent="-290274">
              <a:buClr>
                <a:schemeClr val="dk1"/>
              </a:buClr>
              <a:buSzPct val="1000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genre_id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genre associated with the track.</a:t>
            </a:r>
          </a:p>
          <a:p>
            <a:pPr marL="457200" lvl="0" indent="-290274">
              <a:buClr>
                <a:schemeClr val="dk1"/>
              </a:buClr>
              <a:buSzPct val="1000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composer: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name of the composer or artist who composed the track.</a:t>
            </a:r>
          </a:p>
          <a:p>
            <a:pPr marL="457200" lvl="0" indent="-290274">
              <a:buClr>
                <a:schemeClr val="dk1"/>
              </a:buClr>
              <a:buSzPct val="1000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milliseconds: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duration of the track in milliseconds.</a:t>
            </a:r>
          </a:p>
          <a:p>
            <a:pPr marL="457200" lvl="0" indent="-290274">
              <a:buClr>
                <a:schemeClr val="dk1"/>
              </a:buClr>
              <a:buSzPct val="1000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bytes: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file size of the track in bytes.</a:t>
            </a:r>
          </a:p>
          <a:p>
            <a:pPr marL="457200" lvl="0" indent="-290274">
              <a:buClr>
                <a:schemeClr val="dk1"/>
              </a:buClr>
              <a:buSzPct val="1000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unit_price</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price per unit for the track.</a:t>
            </a:r>
            <a:endPar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lvl="0" indent="0">
              <a:buClr>
                <a:schemeClr val="dk1"/>
              </a:buClr>
              <a:buSzPts val="1100"/>
              <a:buNone/>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album</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album_id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album.</a:t>
            </a:r>
          </a:p>
          <a:p>
            <a:pPr marL="457200" lvl="0" indent="-298450">
              <a:buClr>
                <a:schemeClr val="dk1"/>
              </a:buClr>
              <a:buSzPts val="11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title: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title or name of the album.</a:t>
            </a:r>
          </a:p>
          <a:p>
            <a:pPr marL="457200" lvl="0" indent="-298450">
              <a:buClr>
                <a:schemeClr val="dk1"/>
              </a:buClr>
              <a:buSzPts val="11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artist_id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ID of the artist associated with the album.</a:t>
            </a:r>
          </a:p>
          <a:p>
            <a:pPr marL="0" lvl="0" indent="0">
              <a:buClr>
                <a:schemeClr val="dk1"/>
              </a:buClr>
              <a:buSzPts val="1100"/>
              <a:buNone/>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artist</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artist_id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artist.</a:t>
            </a:r>
          </a:p>
          <a:p>
            <a:pPr marL="457200" lvl="0" indent="-298450">
              <a:buClr>
                <a:schemeClr val="dk1"/>
              </a:buClr>
              <a:buSzPts val="11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name of the artist.</a:t>
            </a:r>
            <a:endPar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lvl="0" indent="0">
              <a:buClr>
                <a:schemeClr val="dk1"/>
              </a:buClr>
              <a:buSzPts val="1100"/>
              <a:buNone/>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media_type</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0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media_type_id</a:t>
            </a: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media type.</a:t>
            </a:r>
          </a:p>
          <a:p>
            <a:pPr marL="457200" lvl="0" indent="-298450">
              <a:buClr>
                <a:schemeClr val="dk1"/>
              </a:buClr>
              <a:buSzPts val="1100"/>
              <a:buChar char="●"/>
            </a:pPr>
            <a:r>
              <a:rPr lang="en-IN" sz="1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 name or description of the media type (e.g., MPEG audio file, AAC audio file).</a:t>
            </a:r>
          </a:p>
          <a:p>
            <a:pPr algn="ctr"/>
            <a:endParaRPr lang="en-IN" sz="10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 name="TextBox 8">
            <a:extLst>
              <a:ext uri="{FF2B5EF4-FFF2-40B4-BE49-F238E27FC236}">
                <a16:creationId xmlns:a16="http://schemas.microsoft.com/office/drawing/2014/main" id="{9E26D89B-E1DF-4243-91A5-2F3ADBDB8E8E}"/>
              </a:ext>
            </a:extLst>
          </p:cNvPr>
          <p:cNvSpPr txBox="1"/>
          <p:nvPr/>
        </p:nvSpPr>
        <p:spPr>
          <a:xfrm>
            <a:off x="2262351" y="55758"/>
            <a:ext cx="4895193" cy="523220"/>
          </a:xfrm>
          <a:prstGeom prst="rect">
            <a:avLst/>
          </a:prstGeom>
          <a:noFill/>
        </p:spPr>
        <p:txBody>
          <a:bodyPr wrap="square">
            <a:spAutoFit/>
          </a:bodyPr>
          <a:lstStyle/>
          <a:p>
            <a:r>
              <a:rPr lang="en-IN" sz="2800" b="1" u="sng" dirty="0">
                <a:solidFill>
                  <a:schemeClr val="bg1"/>
                </a:solidFill>
                <a:latin typeface="Times New Roman" panose="02020603050405020304" pitchFamily="18" charset="0"/>
                <a:cs typeface="Times New Roman" panose="02020603050405020304" pitchFamily="18" charset="0"/>
              </a:rPr>
              <a:t>Data Cleaning &amp; Preparation</a:t>
            </a:r>
            <a:endParaRPr lang="en-IN" sz="1100" dirty="0">
              <a:solidFill>
                <a:schemeClr val="bg1"/>
              </a:solidFill>
            </a:endParaRPr>
          </a:p>
        </p:txBody>
      </p:sp>
      <p:sp>
        <p:nvSpPr>
          <p:cNvPr id="5" name="Rectangle 4">
            <a:extLst>
              <a:ext uri="{FF2B5EF4-FFF2-40B4-BE49-F238E27FC236}">
                <a16:creationId xmlns:a16="http://schemas.microsoft.com/office/drawing/2014/main" id="{958B5600-2CD0-4EBE-AB4C-C8BF6A877A6C}"/>
              </a:ext>
            </a:extLst>
          </p:cNvPr>
          <p:cNvSpPr/>
          <p:nvPr/>
        </p:nvSpPr>
        <p:spPr>
          <a:xfrm>
            <a:off x="78828" y="685800"/>
            <a:ext cx="6810703" cy="377584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a:r>
              <a:rPr lang="en-US" sz="1400" dirty="0">
                <a:solidFill>
                  <a:schemeClr val="bg1"/>
                </a:solidFill>
                <a:latin typeface="Times New Roman" panose="02020603050405020304" pitchFamily="18" charset="0"/>
                <a:cs typeface="Times New Roman" panose="02020603050405020304" pitchFamily="18" charset="0"/>
              </a:rPr>
              <a:t>Before initiating the analysis, a preliminary data quality assessment was conducted to identify missing values, duplicate records, and potential inconsistencies. Core transactional fields such as </a:t>
            </a:r>
            <a:r>
              <a:rPr lang="en-US" sz="1400" dirty="0" err="1">
                <a:solidFill>
                  <a:schemeClr val="bg1"/>
                </a:solidFill>
                <a:latin typeface="Times New Roman" panose="02020603050405020304" pitchFamily="18" charset="0"/>
                <a:cs typeface="Times New Roman" panose="02020603050405020304" pitchFamily="18" charset="0"/>
              </a:rPr>
              <a:t>invoice_date</a:t>
            </a:r>
            <a:r>
              <a:rPr lang="en-US" sz="1400" dirty="0">
                <a:solidFill>
                  <a:schemeClr val="bg1"/>
                </a:solidFill>
                <a:latin typeface="Times New Roman" panose="02020603050405020304" pitchFamily="18" charset="0"/>
                <a:cs typeface="Times New Roman" panose="02020603050405020304" pitchFamily="18" charset="0"/>
              </a:rPr>
              <a:t>, total, </a:t>
            </a:r>
            <a:r>
              <a:rPr lang="en-US" sz="1400" dirty="0" err="1">
                <a:solidFill>
                  <a:schemeClr val="bg1"/>
                </a:solidFill>
                <a:latin typeface="Times New Roman" panose="02020603050405020304" pitchFamily="18" charset="0"/>
                <a:cs typeface="Times New Roman" panose="02020603050405020304" pitchFamily="18" charset="0"/>
              </a:rPr>
              <a:t>track_id</a:t>
            </a:r>
            <a:r>
              <a:rPr lang="en-US" sz="1400" dirty="0">
                <a:solidFill>
                  <a:schemeClr val="bg1"/>
                </a:solidFill>
                <a:latin typeface="Times New Roman" panose="02020603050405020304" pitchFamily="18" charset="0"/>
                <a:cs typeface="Times New Roman" panose="02020603050405020304" pitchFamily="18" charset="0"/>
              </a:rPr>
              <a:t>, and </a:t>
            </a:r>
            <a:r>
              <a:rPr lang="en-US" sz="1400" dirty="0" err="1">
                <a:solidFill>
                  <a:schemeClr val="bg1"/>
                </a:solidFill>
                <a:latin typeface="Times New Roman" panose="02020603050405020304" pitchFamily="18" charset="0"/>
                <a:cs typeface="Times New Roman" panose="02020603050405020304" pitchFamily="18" charset="0"/>
              </a:rPr>
              <a:t>customer_id</a:t>
            </a:r>
            <a:r>
              <a:rPr lang="en-US" sz="1400" dirty="0">
                <a:solidFill>
                  <a:schemeClr val="bg1"/>
                </a:solidFill>
                <a:latin typeface="Times New Roman" panose="02020603050405020304" pitchFamily="18" charset="0"/>
                <a:cs typeface="Times New Roman" panose="02020603050405020304" pitchFamily="18" charset="0"/>
              </a:rPr>
              <a:t> were found to be complete and reliable, ensuring the accuracy of sales and customer behavior analysis.</a:t>
            </a:r>
          </a:p>
          <a:p>
            <a:pPr algn="just"/>
            <a:endParaRPr lang="en-US" sz="1400" dirty="0">
              <a:solidFill>
                <a:schemeClr val="bg1"/>
              </a:solidFill>
              <a:latin typeface="Times New Roman" panose="02020603050405020304" pitchFamily="18" charset="0"/>
              <a:cs typeface="Times New Roman" panose="02020603050405020304" pitchFamily="18" charset="0"/>
            </a:endParaRPr>
          </a:p>
          <a:p>
            <a:pPr algn="just"/>
            <a:r>
              <a:rPr lang="en-US" sz="1400" dirty="0">
                <a:solidFill>
                  <a:schemeClr val="bg1"/>
                </a:solidFill>
                <a:latin typeface="Times New Roman" panose="02020603050405020304" pitchFamily="18" charset="0"/>
                <a:cs typeface="Times New Roman" panose="02020603050405020304" pitchFamily="18" charset="0"/>
              </a:rPr>
              <a:t>Some optional attributes in the customer table, including state, fax, phone and company, contained missing values. These fields were not critical to the scope of the analysis and were therefore retained without modification.</a:t>
            </a:r>
          </a:p>
          <a:p>
            <a:pPr algn="just"/>
            <a:endParaRPr lang="en-US" sz="1400" dirty="0">
              <a:solidFill>
                <a:schemeClr val="bg1"/>
              </a:solidFill>
              <a:latin typeface="Times New Roman" panose="02020603050405020304" pitchFamily="18" charset="0"/>
              <a:cs typeface="Times New Roman" panose="02020603050405020304" pitchFamily="18" charset="0"/>
            </a:endParaRPr>
          </a:p>
          <a:p>
            <a:pPr algn="just"/>
            <a:r>
              <a:rPr lang="en-US" sz="1400" dirty="0">
                <a:solidFill>
                  <a:schemeClr val="bg1"/>
                </a:solidFill>
                <a:latin typeface="Times New Roman" panose="02020603050405020304" pitchFamily="18" charset="0"/>
                <a:cs typeface="Times New Roman" panose="02020603050405020304" pitchFamily="18" charset="0"/>
              </a:rPr>
              <a:t>Duplicate checks were performed using grouping techniques. Repeated entries, such as multiple purchases of the same track within a single invoice, were expected business scenarios rather than data quality issues. Overall, the dataset was well structured </a:t>
            </a:r>
          </a:p>
          <a:p>
            <a:pPr lvl="0">
              <a:buClr>
                <a:schemeClr val="dk1"/>
              </a:buClr>
              <a:buSzPct val="104761"/>
            </a:pPr>
            <a:endParaRPr lang="en-IN" sz="105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400" dirty="0">
              <a:solidFill>
                <a:schemeClr val="bg1"/>
              </a:solidFill>
            </a:endParaRPr>
          </a:p>
          <a:p>
            <a:pPr algn="ctr"/>
            <a:endParaRPr lang="en-IN" sz="1400" dirty="0">
              <a:solidFill>
                <a:schemeClr val="bg1"/>
              </a:solidFill>
            </a:endParaRPr>
          </a:p>
        </p:txBody>
      </p:sp>
      <p:sp>
        <p:nvSpPr>
          <p:cNvPr id="6" name="Star: 5 Points 5">
            <a:extLst>
              <a:ext uri="{FF2B5EF4-FFF2-40B4-BE49-F238E27FC236}">
                <a16:creationId xmlns:a16="http://schemas.microsoft.com/office/drawing/2014/main" id="{EBD31AFC-6595-4F3C-9FE4-9E776AC9D330}"/>
              </a:ext>
            </a:extLst>
          </p:cNvPr>
          <p:cNvSpPr/>
          <p:nvPr/>
        </p:nvSpPr>
        <p:spPr>
          <a:xfrm>
            <a:off x="8182303" y="126124"/>
            <a:ext cx="709449" cy="52322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4" name="Picture 3">
            <a:extLst>
              <a:ext uri="{FF2B5EF4-FFF2-40B4-BE49-F238E27FC236}">
                <a16:creationId xmlns:a16="http://schemas.microsoft.com/office/drawing/2014/main" id="{73B179BA-6275-4374-BE2C-CA12065D5716}"/>
              </a:ext>
            </a:extLst>
          </p:cNvPr>
          <p:cNvPicPr>
            <a:picLocks noChangeAspect="1"/>
          </p:cNvPicPr>
          <p:nvPr/>
        </p:nvPicPr>
        <p:blipFill>
          <a:blip r:embed="rId3"/>
          <a:stretch>
            <a:fillRect/>
          </a:stretch>
        </p:blipFill>
        <p:spPr>
          <a:xfrm>
            <a:off x="4465" y="0"/>
            <a:ext cx="913507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4" name="Picture 3">
            <a:extLst>
              <a:ext uri="{FF2B5EF4-FFF2-40B4-BE49-F238E27FC236}">
                <a16:creationId xmlns:a16="http://schemas.microsoft.com/office/drawing/2014/main" id="{08BE4333-C54E-45C0-8FAA-3F0E6AF7A16A}"/>
              </a:ext>
            </a:extLst>
          </p:cNvPr>
          <p:cNvPicPr>
            <a:picLocks noChangeAspect="1"/>
          </p:cNvPicPr>
          <p:nvPr/>
        </p:nvPicPr>
        <p:blipFill>
          <a:blip r:embed="rId3"/>
          <a:stretch>
            <a:fillRect/>
          </a:stretch>
        </p:blipFill>
        <p:spPr>
          <a:xfrm>
            <a:off x="132358" y="930535"/>
            <a:ext cx="4053396" cy="3282430"/>
          </a:xfrm>
          <a:prstGeom prst="rect">
            <a:avLst/>
          </a:prstGeom>
        </p:spPr>
      </p:pic>
      <p:sp>
        <p:nvSpPr>
          <p:cNvPr id="5" name="Rectangle 4">
            <a:extLst>
              <a:ext uri="{FF2B5EF4-FFF2-40B4-BE49-F238E27FC236}">
                <a16:creationId xmlns:a16="http://schemas.microsoft.com/office/drawing/2014/main" id="{20DE1B7F-7695-4E0F-860F-FD88F9E8C80D}"/>
              </a:ext>
            </a:extLst>
          </p:cNvPr>
          <p:cNvSpPr/>
          <p:nvPr/>
        </p:nvSpPr>
        <p:spPr>
          <a:xfrm>
            <a:off x="2388476" y="157655"/>
            <a:ext cx="4240924" cy="42566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rPr>
              <a:t>Top-Selling Tracks by Revenue &amp; Purchases in the USA</a:t>
            </a:r>
            <a:endParaRPr lang="en-IN" sz="1400" dirty="0">
              <a:solidFill>
                <a:schemeClr val="bg1"/>
              </a:solidFill>
            </a:endParaRPr>
          </a:p>
        </p:txBody>
      </p:sp>
      <p:sp>
        <p:nvSpPr>
          <p:cNvPr id="6" name="Rectangle: Rounded Corners 5">
            <a:extLst>
              <a:ext uri="{FF2B5EF4-FFF2-40B4-BE49-F238E27FC236}">
                <a16:creationId xmlns:a16="http://schemas.microsoft.com/office/drawing/2014/main" id="{7FDCC9EB-5A61-48F5-808A-C705F8621929}"/>
              </a:ext>
            </a:extLst>
          </p:cNvPr>
          <p:cNvSpPr/>
          <p:nvPr/>
        </p:nvSpPr>
        <p:spPr>
          <a:xfrm>
            <a:off x="4769069" y="788276"/>
            <a:ext cx="4185745" cy="216775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1100" dirty="0">
                <a:solidFill>
                  <a:schemeClr val="bg1"/>
                </a:solidFill>
                <a:latin typeface="Times New Roman" panose="02020603050405020304" pitchFamily="18" charset="0"/>
                <a:cs typeface="Times New Roman" panose="02020603050405020304" pitchFamily="18" charset="0"/>
              </a:rPr>
              <a:t>“War Pigs” generated the highest revenue </a:t>
            </a:r>
            <a:r>
              <a:rPr lang="en-IN" sz="1100" dirty="0">
                <a:solidFill>
                  <a:schemeClr val="bg1"/>
                </a:solidFill>
                <a:latin typeface="Times New Roman" panose="02020603050405020304" pitchFamily="18" charset="0"/>
                <a:cs typeface="Times New Roman" panose="02020603050405020304" pitchFamily="18" charset="0"/>
              </a:rPr>
              <a:t>and </a:t>
            </a:r>
          </a:p>
          <a:p>
            <a:pPr marL="0" indent="0">
              <a:buNone/>
            </a:pPr>
            <a:r>
              <a:rPr lang="en-IN" sz="1100" dirty="0">
                <a:solidFill>
                  <a:schemeClr val="bg1"/>
                </a:solidFill>
                <a:latin typeface="Times New Roman" panose="02020603050405020304" pitchFamily="18" charset="0"/>
                <a:cs typeface="Times New Roman" panose="02020603050405020304" pitchFamily="18" charset="0"/>
              </a:rPr>
              <a:t>      </a:t>
            </a:r>
            <a:r>
              <a:rPr lang="en-US" sz="1100" dirty="0">
                <a:solidFill>
                  <a:schemeClr val="bg1"/>
                </a:solidFill>
                <a:latin typeface="Times New Roman" panose="02020603050405020304" pitchFamily="18" charset="0"/>
                <a:cs typeface="Times New Roman" panose="02020603050405020304" pitchFamily="18" charset="0"/>
              </a:rPr>
              <a:t>purchase count, making it the top-performing</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track in the USA market. </a:t>
            </a:r>
          </a:p>
          <a:p>
            <a:r>
              <a:rPr lang="en-US" sz="1100" dirty="0">
                <a:solidFill>
                  <a:schemeClr val="bg1"/>
                </a:solidFill>
                <a:latin typeface="Times New Roman" panose="02020603050405020304" pitchFamily="18" charset="0"/>
                <a:cs typeface="Times New Roman" panose="02020603050405020304" pitchFamily="18" charset="0"/>
              </a:rPr>
              <a:t>Tracks such as “Highway Chile,” “I Looked</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At You,” “Night Of The Long Knives,” and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“Hey Joe” generated almost similar revenue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values customer interest across these songs. </a:t>
            </a:r>
          </a:p>
          <a:p>
            <a:r>
              <a:rPr lang="en-US" sz="1100" dirty="0">
                <a:solidFill>
                  <a:schemeClr val="bg1"/>
                </a:solidFill>
                <a:latin typeface="Times New Roman" panose="02020603050405020304" pitchFamily="18" charset="0"/>
                <a:cs typeface="Times New Roman" panose="02020603050405020304" pitchFamily="18" charset="0"/>
              </a:rPr>
              <a:t>Overall, the chart highlights the most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profitable and frequently purchased tracks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contributing </a:t>
            </a:r>
            <a:r>
              <a:rPr lang="en-IN" sz="1100" dirty="0">
                <a:solidFill>
                  <a:schemeClr val="bg1"/>
                </a:solidFill>
                <a:latin typeface="Times New Roman" panose="02020603050405020304" pitchFamily="18" charset="0"/>
                <a:cs typeface="Times New Roman" panose="02020603050405020304" pitchFamily="18" charset="0"/>
              </a:rPr>
              <a:t>to total sales revenue. </a:t>
            </a:r>
          </a:p>
          <a:p>
            <a:pPr algn="ctr"/>
            <a:endParaRPr lang="en-IN" sz="1100" dirty="0">
              <a:solidFill>
                <a:schemeClr val="bg1"/>
              </a:solidFill>
              <a:highlight>
                <a:srgbClr val="C0C0C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9CDE58-A4E4-4C19-8AEE-345DEAFF3182}"/>
              </a:ext>
            </a:extLst>
          </p:cNvPr>
          <p:cNvSpPr/>
          <p:nvPr/>
        </p:nvSpPr>
        <p:spPr>
          <a:xfrm>
            <a:off x="2727434" y="102476"/>
            <a:ext cx="4319752" cy="50449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400" b="1" u="sng"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Count of city by country</a:t>
            </a:r>
            <a:endParaRPr lang="en-IN" sz="24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4" name="Picture 3">
            <a:extLst>
              <a:ext uri="{FF2B5EF4-FFF2-40B4-BE49-F238E27FC236}">
                <a16:creationId xmlns:a16="http://schemas.microsoft.com/office/drawing/2014/main" id="{AB04E4A5-DB96-416E-B04C-D564398E32DD}"/>
              </a:ext>
            </a:extLst>
          </p:cNvPr>
          <p:cNvPicPr>
            <a:picLocks noChangeAspect="1"/>
          </p:cNvPicPr>
          <p:nvPr/>
        </p:nvPicPr>
        <p:blipFill>
          <a:blip r:embed="rId2"/>
          <a:stretch>
            <a:fillRect/>
          </a:stretch>
        </p:blipFill>
        <p:spPr>
          <a:xfrm>
            <a:off x="132356" y="695582"/>
            <a:ext cx="4825899" cy="3797589"/>
          </a:xfrm>
          <a:prstGeom prst="rect">
            <a:avLst/>
          </a:prstGeom>
        </p:spPr>
      </p:pic>
      <p:sp>
        <p:nvSpPr>
          <p:cNvPr id="5" name="Rectangle: Rounded Corners 4">
            <a:extLst>
              <a:ext uri="{FF2B5EF4-FFF2-40B4-BE49-F238E27FC236}">
                <a16:creationId xmlns:a16="http://schemas.microsoft.com/office/drawing/2014/main" id="{15CCBF46-26DD-46DE-A823-45C21E5B942D}"/>
              </a:ext>
            </a:extLst>
          </p:cNvPr>
          <p:cNvSpPr/>
          <p:nvPr/>
        </p:nvSpPr>
        <p:spPr>
          <a:xfrm>
            <a:off x="5123793" y="695582"/>
            <a:ext cx="3887851" cy="224468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1100" dirty="0">
                <a:solidFill>
                  <a:schemeClr val="bg1"/>
                </a:solidFill>
                <a:latin typeface="Times New Roman" panose="02020603050405020304" pitchFamily="18" charset="0"/>
                <a:cs typeface="Times New Roman" panose="02020603050405020304" pitchFamily="18" charset="0"/>
              </a:rPr>
              <a:t>The USA recorded the highest city count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among all countries, indicating a </a:t>
            </a:r>
            <a:r>
              <a:rPr lang="en-IN" sz="1100" dirty="0">
                <a:solidFill>
                  <a:schemeClr val="bg1"/>
                </a:solidFill>
                <a:latin typeface="Times New Roman" panose="02020603050405020304" pitchFamily="18" charset="0"/>
                <a:cs typeface="Times New Roman" panose="02020603050405020304" pitchFamily="18" charset="0"/>
              </a:rPr>
              <a:t>stronger</a:t>
            </a:r>
            <a:endParaRPr lang="en-US" sz="1100" dirty="0">
              <a:solidFill>
                <a:schemeClr val="bg1"/>
              </a:solidFill>
              <a:latin typeface="Times New Roman" panose="02020603050405020304" pitchFamily="18" charset="0"/>
              <a:cs typeface="Times New Roman" panose="02020603050405020304" pitchFamily="18" charset="0"/>
            </a:endParaRPr>
          </a:p>
          <a:p>
            <a:pPr marL="0" indent="0">
              <a:buNone/>
            </a:pPr>
            <a:r>
              <a:rPr lang="en-IN" sz="1100" dirty="0">
                <a:solidFill>
                  <a:schemeClr val="bg1"/>
                </a:solidFill>
              </a:rPr>
              <a:t>     </a:t>
            </a:r>
            <a:r>
              <a:rPr lang="en-US" sz="1100" dirty="0">
                <a:solidFill>
                  <a:schemeClr val="bg1"/>
                </a:solidFill>
                <a:latin typeface="Times New Roman" panose="02020603050405020304" pitchFamily="18" charset="0"/>
                <a:cs typeface="Times New Roman" panose="02020603050405020304" pitchFamily="18" charset="0"/>
              </a:rPr>
              <a:t>customer presence and wider market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coverage. </a:t>
            </a:r>
          </a:p>
          <a:p>
            <a:r>
              <a:rPr lang="en-US" sz="1100" dirty="0">
                <a:solidFill>
                  <a:schemeClr val="bg1"/>
                </a:solidFill>
                <a:latin typeface="Times New Roman" panose="02020603050405020304" pitchFamily="18" charset="0"/>
                <a:cs typeface="Times New Roman" panose="02020603050405020304" pitchFamily="18" charset="0"/>
              </a:rPr>
              <a:t>Canada and Brazil also showed comparatively</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a:t>
            </a:r>
            <a:r>
              <a:rPr lang="en-IN" sz="1100" dirty="0">
                <a:solidFill>
                  <a:schemeClr val="bg1"/>
                </a:solidFill>
                <a:latin typeface="Times New Roman" panose="02020603050405020304" pitchFamily="18" charset="0"/>
                <a:cs typeface="Times New Roman" panose="02020603050405020304" pitchFamily="18" charset="0"/>
              </a:rPr>
              <a:t>higher city counts, reflecting moderate </a:t>
            </a:r>
          </a:p>
          <a:p>
            <a:pPr marL="0" indent="0">
              <a:buNone/>
            </a:pPr>
            <a:r>
              <a:rPr lang="en-IN" sz="1100" dirty="0">
                <a:solidFill>
                  <a:schemeClr val="bg1"/>
                </a:solidFill>
                <a:latin typeface="Times New Roman" panose="02020603050405020304" pitchFamily="18" charset="0"/>
                <a:cs typeface="Times New Roman" panose="02020603050405020304" pitchFamily="18" charset="0"/>
              </a:rPr>
              <a:t>    geographical distribution of customers.</a:t>
            </a:r>
          </a:p>
          <a:p>
            <a:r>
              <a:rPr lang="en-US" sz="1100" dirty="0">
                <a:solidFill>
                  <a:schemeClr val="bg1"/>
                </a:solidFill>
                <a:latin typeface="Times New Roman" panose="02020603050405020304" pitchFamily="18" charset="0"/>
                <a:cs typeface="Times New Roman" panose="02020603050405020304" pitchFamily="18" charset="0"/>
              </a:rPr>
              <a:t>Most other countries contributed only a </a:t>
            </a:r>
            <a:r>
              <a:rPr lang="en-IN" sz="1100" dirty="0">
                <a:solidFill>
                  <a:schemeClr val="bg1"/>
                </a:solidFill>
                <a:latin typeface="Times New Roman" panose="02020603050405020304" pitchFamily="18" charset="0"/>
                <a:cs typeface="Times New Roman" panose="02020603050405020304" pitchFamily="18" charset="0"/>
              </a:rPr>
              <a:t>small</a:t>
            </a:r>
          </a:p>
          <a:p>
            <a:pPr marL="0" indent="0">
              <a:buNone/>
            </a:pPr>
            <a:r>
              <a:rPr lang="en-IN" sz="1100" dirty="0">
                <a:solidFill>
                  <a:schemeClr val="bg1"/>
                </a:solidFill>
                <a:latin typeface="Times New Roman" panose="02020603050405020304" pitchFamily="18" charset="0"/>
                <a:cs typeface="Times New Roman" panose="02020603050405020304" pitchFamily="18" charset="0"/>
              </a:rPr>
              <a:t>    </a:t>
            </a:r>
            <a:r>
              <a:rPr lang="en-US" sz="1100" dirty="0">
                <a:solidFill>
                  <a:schemeClr val="bg1"/>
                </a:solidFill>
                <a:latin typeface="Times New Roman" panose="02020603050405020304" pitchFamily="18" charset="0"/>
                <a:cs typeface="Times New Roman" panose="02020603050405020304" pitchFamily="18" charset="0"/>
              </a:rPr>
              <a:t>number of cities, showing that customer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activity was concentrated in a few major </a:t>
            </a:r>
          </a:p>
          <a:p>
            <a:pPr marL="0" indent="0">
              <a:buNone/>
            </a:pPr>
            <a:r>
              <a:rPr lang="en-US" sz="1100" dirty="0">
                <a:solidFill>
                  <a:schemeClr val="bg1"/>
                </a:solidFill>
                <a:latin typeface="Times New Roman" panose="02020603050405020304" pitchFamily="18" charset="0"/>
                <a:cs typeface="Times New Roman" panose="02020603050405020304" pitchFamily="18" charset="0"/>
              </a:rPr>
              <a:t>    countries.                </a:t>
            </a:r>
            <a:endParaRPr lang="en-IN" sz="1100" dirty="0">
              <a:solidFill>
                <a:schemeClr val="bg1"/>
              </a:solidFill>
              <a:latin typeface="Times New Roman" panose="02020603050405020304" pitchFamily="18" charset="0"/>
              <a:cs typeface="Times New Roman" panose="02020603050405020304" pitchFamily="18" charset="0"/>
            </a:endParaRPr>
          </a:p>
          <a:p>
            <a:pPr algn="ctr"/>
            <a:endParaRPr lang="en-IN" sz="1100" dirty="0">
              <a:solidFill>
                <a:schemeClr val="bg1"/>
              </a:solidFill>
            </a:endParaRPr>
          </a:p>
        </p:txBody>
      </p:sp>
    </p:spTree>
    <p:extLst>
      <p:ext uri="{BB962C8B-B14F-4D97-AF65-F5344CB8AC3E}">
        <p14:creationId xmlns:p14="http://schemas.microsoft.com/office/powerpoint/2010/main" val="1368217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DE9177-4218-4298-B4E8-E9853C35B0AC}"/>
              </a:ext>
            </a:extLst>
          </p:cNvPr>
          <p:cNvPicPr>
            <a:picLocks noChangeAspect="1"/>
          </p:cNvPicPr>
          <p:nvPr/>
        </p:nvPicPr>
        <p:blipFill>
          <a:blip r:embed="rId2"/>
          <a:stretch>
            <a:fillRect/>
          </a:stretch>
        </p:blipFill>
        <p:spPr>
          <a:xfrm>
            <a:off x="174946" y="1101744"/>
            <a:ext cx="4845949" cy="2940011"/>
          </a:xfrm>
          <a:prstGeom prst="rect">
            <a:avLst/>
          </a:prstGeom>
        </p:spPr>
      </p:pic>
      <p:sp>
        <p:nvSpPr>
          <p:cNvPr id="5" name="Rectangle: Rounded Corners 4">
            <a:extLst>
              <a:ext uri="{FF2B5EF4-FFF2-40B4-BE49-F238E27FC236}">
                <a16:creationId xmlns:a16="http://schemas.microsoft.com/office/drawing/2014/main" id="{F2AAB244-2AA5-4D26-B655-EE9BEE536CCB}"/>
              </a:ext>
            </a:extLst>
          </p:cNvPr>
          <p:cNvSpPr/>
          <p:nvPr/>
        </p:nvSpPr>
        <p:spPr>
          <a:xfrm>
            <a:off x="2420007" y="70945"/>
            <a:ext cx="4845949" cy="56755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400" b="1" u="sng" dirty="0">
                <a:solidFill>
                  <a:schemeClr val="bg1"/>
                </a:solidFill>
                <a:latin typeface="Times New Roman" panose="02020603050405020304" pitchFamily="18" charset="0"/>
                <a:cs typeface="Times New Roman" panose="02020603050405020304" pitchFamily="18" charset="0"/>
              </a:rPr>
              <a:t>Churn Rate Percentage Analysis</a:t>
            </a:r>
            <a:endParaRPr lang="en-IN" sz="2400" dirty="0">
              <a:solidFill>
                <a:schemeClr val="bg1"/>
              </a:solidFill>
            </a:endParaRPr>
          </a:p>
        </p:txBody>
      </p:sp>
      <p:sp>
        <p:nvSpPr>
          <p:cNvPr id="6" name="Oval 5">
            <a:extLst>
              <a:ext uri="{FF2B5EF4-FFF2-40B4-BE49-F238E27FC236}">
                <a16:creationId xmlns:a16="http://schemas.microsoft.com/office/drawing/2014/main" id="{BE57A6BA-7425-4BD4-9BDB-D9118B2D913D}"/>
              </a:ext>
            </a:extLst>
          </p:cNvPr>
          <p:cNvSpPr/>
          <p:nvPr/>
        </p:nvSpPr>
        <p:spPr>
          <a:xfrm>
            <a:off x="5020895" y="638503"/>
            <a:ext cx="2751084" cy="1355835"/>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Measures the percentage of active customers who stop purchasing each year.</a:t>
            </a:r>
            <a:endParaRPr lang="en-IN" sz="1400" dirty="0"/>
          </a:p>
        </p:txBody>
      </p:sp>
      <p:sp>
        <p:nvSpPr>
          <p:cNvPr id="12" name="Rectangle: Rounded Corners 11">
            <a:extLst>
              <a:ext uri="{FF2B5EF4-FFF2-40B4-BE49-F238E27FC236}">
                <a16:creationId xmlns:a16="http://schemas.microsoft.com/office/drawing/2014/main" id="{96F517E8-6208-4CE2-AD2E-2CD6E6CBD6E1}"/>
              </a:ext>
            </a:extLst>
          </p:cNvPr>
          <p:cNvSpPr/>
          <p:nvPr/>
        </p:nvSpPr>
        <p:spPr>
          <a:xfrm>
            <a:off x="5131676" y="2136228"/>
            <a:ext cx="1742089" cy="236876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High customer loyalty and retention across operational years. </a:t>
            </a:r>
            <a:endParaRPr lang="en-I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13" name="Rectangle: Rounded Corners 12">
            <a:extLst>
              <a:ext uri="{FF2B5EF4-FFF2-40B4-BE49-F238E27FC236}">
                <a16:creationId xmlns:a16="http://schemas.microsoft.com/office/drawing/2014/main" id="{27C19122-4D89-4D00-B9E7-5C2A81476DCB}"/>
              </a:ext>
            </a:extLst>
          </p:cNvPr>
          <p:cNvSpPr/>
          <p:nvPr/>
        </p:nvSpPr>
        <p:spPr>
          <a:xfrm>
            <a:off x="7157545" y="1891862"/>
            <a:ext cx="1811509" cy="107993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00" b="1" dirty="0">
                <a:ln w="6600">
                  <a:solidFill>
                    <a:schemeClr val="accent2"/>
                  </a:solidFill>
                  <a:prstDash val="solid"/>
                </a:ln>
                <a:solidFill>
                  <a:srgbClr val="FFFFFF"/>
                </a:solidFill>
                <a:effectLst>
                  <a:outerShdw dist="38100" dir="2700000" algn="tl" rotWithShape="0">
                    <a:schemeClr val="accent2"/>
                  </a:outerShdw>
                </a:effectLst>
              </a:rPr>
              <a:t>Churn remained low and dropped sharply from 9.09% in 2018 to 1.85% in 2019.</a:t>
            </a:r>
            <a:endParaRPr lang="en-IN" sz="13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191586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BDDBC1-180E-4853-A204-FE4B3166AA29}"/>
              </a:ext>
            </a:extLst>
          </p:cNvPr>
          <p:cNvPicPr>
            <a:picLocks noChangeAspect="1"/>
          </p:cNvPicPr>
          <p:nvPr/>
        </p:nvPicPr>
        <p:blipFill>
          <a:blip r:embed="rId2"/>
          <a:stretch>
            <a:fillRect/>
          </a:stretch>
        </p:blipFill>
        <p:spPr>
          <a:xfrm>
            <a:off x="283779" y="756745"/>
            <a:ext cx="4493173" cy="2956034"/>
          </a:xfrm>
          <a:prstGeom prst="rect">
            <a:avLst/>
          </a:prstGeom>
        </p:spPr>
      </p:pic>
      <p:sp>
        <p:nvSpPr>
          <p:cNvPr id="7" name="Rectangle: Rounded Corners 6">
            <a:extLst>
              <a:ext uri="{FF2B5EF4-FFF2-40B4-BE49-F238E27FC236}">
                <a16:creationId xmlns:a16="http://schemas.microsoft.com/office/drawing/2014/main" id="{90D2A5EE-4A79-4230-BBD6-B43271CEE769}"/>
              </a:ext>
            </a:extLst>
          </p:cNvPr>
          <p:cNvSpPr/>
          <p:nvPr/>
        </p:nvSpPr>
        <p:spPr>
          <a:xfrm>
            <a:off x="2703786" y="78828"/>
            <a:ext cx="5092262" cy="44931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Sum of </a:t>
            </a:r>
            <a:r>
              <a:rPr lang="en-IN" sz="2000" u="sng"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total_genres_purchased</a:t>
            </a:r>
            <a:r>
              <a:rPr lang="en-IN" sz="2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by country</a:t>
            </a:r>
            <a:endParaRPr lang="en-IN" sz="2000" dirty="0">
              <a:ln w="0"/>
              <a:solidFill>
                <a:schemeClr val="tx1"/>
              </a:solidFill>
              <a:effectLst>
                <a:outerShdw blurRad="38100" dist="19050" dir="2700000" algn="tl" rotWithShape="0">
                  <a:schemeClr val="dk1">
                    <a:alpha val="40000"/>
                  </a:schemeClr>
                </a:outerShdw>
              </a:effectLst>
            </a:endParaRPr>
          </a:p>
        </p:txBody>
      </p:sp>
      <p:sp>
        <p:nvSpPr>
          <p:cNvPr id="9" name="TextBox 8">
            <a:extLst>
              <a:ext uri="{FF2B5EF4-FFF2-40B4-BE49-F238E27FC236}">
                <a16:creationId xmlns:a16="http://schemas.microsoft.com/office/drawing/2014/main" id="{EF8B5BF2-1EA8-47F7-8E71-826D76D7CFED}"/>
              </a:ext>
            </a:extLst>
          </p:cNvPr>
          <p:cNvSpPr txBox="1"/>
          <p:nvPr/>
        </p:nvSpPr>
        <p:spPr>
          <a:xfrm>
            <a:off x="4910959" y="577289"/>
            <a:ext cx="4572000" cy="2462213"/>
          </a:xfrm>
          <a:prstGeom prst="rect">
            <a:avLst/>
          </a:prstGeom>
          <a:noFill/>
        </p:spPr>
        <p:txBody>
          <a:bodyPr wrap="square">
            <a:spAutoFit/>
          </a:bodyPr>
          <a:lstStyle/>
          <a:p>
            <a:r>
              <a:rPr lang="en-US" sz="1400" dirty="0">
                <a:solidFill>
                  <a:schemeClr val="bg1"/>
                </a:solidFill>
                <a:latin typeface="Times New Roman" panose="02020603050405020304" pitchFamily="18" charset="0"/>
                <a:cs typeface="Times New Roman" panose="02020603050405020304" pitchFamily="18" charset="0"/>
              </a:rPr>
              <a:t>The USA recorded the highest number </a:t>
            </a:r>
            <a:r>
              <a:rPr lang="en-IN" sz="1400" dirty="0">
                <a:solidFill>
                  <a:schemeClr val="bg1"/>
                </a:solidFill>
                <a:latin typeface="Times New Roman" panose="02020603050405020304" pitchFamily="18" charset="0"/>
                <a:cs typeface="Times New Roman" panose="02020603050405020304" pitchFamily="18" charset="0"/>
              </a:rPr>
              <a:t>of </a:t>
            </a:r>
          </a:p>
          <a:p>
            <a:pPr marL="0" indent="0">
              <a:buNone/>
            </a:pPr>
            <a:r>
              <a:rPr lang="en-IN" sz="1400" dirty="0">
                <a:solidFill>
                  <a:schemeClr val="bg1"/>
                </a:solidFill>
                <a:latin typeface="Times New Roman" panose="02020603050405020304" pitchFamily="18" charset="0"/>
                <a:cs typeface="Times New Roman" panose="02020603050405020304" pitchFamily="18" charset="0"/>
              </a:rPr>
              <a:t>    </a:t>
            </a:r>
            <a:r>
              <a:rPr lang="en-US" sz="1400" dirty="0">
                <a:solidFill>
                  <a:schemeClr val="bg1"/>
                </a:solidFill>
                <a:latin typeface="Times New Roman" panose="02020603050405020304" pitchFamily="18" charset="0"/>
                <a:cs typeface="Times New Roman" panose="02020603050405020304" pitchFamily="18" charset="0"/>
              </a:rPr>
              <a:t>genres purchased, indicating the strongest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customer </a:t>
            </a:r>
            <a:r>
              <a:rPr lang="en-IN" sz="1400" dirty="0">
                <a:solidFill>
                  <a:schemeClr val="bg1"/>
                </a:solidFill>
                <a:latin typeface="Times New Roman" panose="02020603050405020304" pitchFamily="18" charset="0"/>
                <a:cs typeface="Times New Roman" panose="02020603050405020304" pitchFamily="18" charset="0"/>
              </a:rPr>
              <a:t>engagement and music consumption </a:t>
            </a:r>
          </a:p>
          <a:p>
            <a:pPr marL="0" indent="0">
              <a:buNone/>
            </a:pPr>
            <a:r>
              <a:rPr lang="en-IN" sz="1400" dirty="0">
                <a:solidFill>
                  <a:schemeClr val="bg1"/>
                </a:solidFill>
                <a:latin typeface="Times New Roman" panose="02020603050405020304" pitchFamily="18" charset="0"/>
                <a:cs typeface="Times New Roman" panose="02020603050405020304" pitchFamily="18" charset="0"/>
              </a:rPr>
              <a:t>    among all countries. </a:t>
            </a:r>
          </a:p>
          <a:p>
            <a:r>
              <a:rPr lang="en-US" sz="1400" dirty="0">
                <a:solidFill>
                  <a:schemeClr val="bg1"/>
                </a:solidFill>
                <a:latin typeface="Times New Roman" panose="02020603050405020304" pitchFamily="18" charset="0"/>
                <a:cs typeface="Times New Roman" panose="02020603050405020304" pitchFamily="18" charset="0"/>
              </a:rPr>
              <a:t>Canada, France, and Brazil also showed </a:t>
            </a:r>
            <a:r>
              <a:rPr lang="en-IN" sz="1400" dirty="0">
                <a:solidFill>
                  <a:schemeClr val="bg1"/>
                </a:solidFill>
                <a:latin typeface="Times New Roman" panose="02020603050405020304" pitchFamily="18" charset="0"/>
                <a:cs typeface="Times New Roman" panose="02020603050405020304" pitchFamily="18" charset="0"/>
              </a:rPr>
              <a:t>high </a:t>
            </a:r>
          </a:p>
          <a:p>
            <a:pPr marL="0" indent="0">
              <a:buNone/>
            </a:pPr>
            <a:r>
              <a:rPr lang="en-IN" sz="1400" dirty="0">
                <a:solidFill>
                  <a:schemeClr val="bg1"/>
                </a:solidFill>
                <a:latin typeface="Times New Roman" panose="02020603050405020304" pitchFamily="18" charset="0"/>
                <a:cs typeface="Times New Roman" panose="02020603050405020304" pitchFamily="18" charset="0"/>
              </a:rPr>
              <a:t>    </a:t>
            </a:r>
            <a:r>
              <a:rPr lang="en-US" sz="1400" dirty="0">
                <a:solidFill>
                  <a:schemeClr val="bg1"/>
                </a:solidFill>
                <a:latin typeface="Times New Roman" panose="02020603050405020304" pitchFamily="18" charset="0"/>
                <a:cs typeface="Times New Roman" panose="02020603050405020304" pitchFamily="18" charset="0"/>
              </a:rPr>
              <a:t>genre purchase counts, reflecting diverse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customer preferences and active purchasing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behavior. </a:t>
            </a:r>
          </a:p>
          <a:p>
            <a:r>
              <a:rPr lang="en-IN" sz="1400" dirty="0">
                <a:solidFill>
                  <a:schemeClr val="bg1"/>
                </a:solidFill>
                <a:latin typeface="Times New Roman" panose="02020603050405020304" pitchFamily="18" charset="0"/>
                <a:cs typeface="Times New Roman" panose="02020603050405020304" pitchFamily="18" charset="0"/>
              </a:rPr>
              <a:t>Most other countries contributed  </a:t>
            </a:r>
          </a:p>
          <a:p>
            <a:pPr marL="0" indent="0">
              <a:buNone/>
            </a:pPr>
            <a:r>
              <a:rPr lang="en-IN" sz="1400" dirty="0">
                <a:solidFill>
                  <a:schemeClr val="bg1"/>
                </a:solidFill>
                <a:latin typeface="Times New Roman" panose="02020603050405020304" pitchFamily="18" charset="0"/>
                <a:cs typeface="Times New Roman" panose="02020603050405020304" pitchFamily="18" charset="0"/>
              </a:rPr>
              <a:t>    comparatively </a:t>
            </a:r>
            <a:r>
              <a:rPr lang="en-US" sz="1400" dirty="0">
                <a:solidFill>
                  <a:schemeClr val="bg1"/>
                </a:solidFill>
                <a:latin typeface="Times New Roman" panose="02020603050405020304" pitchFamily="18" charset="0"/>
                <a:cs typeface="Times New Roman" panose="02020603050405020304" pitchFamily="18" charset="0"/>
              </a:rPr>
              <a:t>lower genre purchases,</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showing that </a:t>
            </a:r>
            <a:r>
              <a:rPr lang="en-IN" sz="1400" dirty="0">
                <a:solidFill>
                  <a:schemeClr val="bg1"/>
                </a:solidFill>
                <a:latin typeface="Times New Roman" panose="02020603050405020304" pitchFamily="18" charset="0"/>
                <a:cs typeface="Times New Roman" panose="02020603050405020304" pitchFamily="18" charset="0"/>
              </a:rPr>
              <a:t>music demand was concentrated. </a:t>
            </a:r>
          </a:p>
        </p:txBody>
      </p:sp>
      <p:sp>
        <p:nvSpPr>
          <p:cNvPr id="10" name="Oval 9">
            <a:extLst>
              <a:ext uri="{FF2B5EF4-FFF2-40B4-BE49-F238E27FC236}">
                <a16:creationId xmlns:a16="http://schemas.microsoft.com/office/drawing/2014/main" id="{29FE8356-DCB0-4ED8-9848-E54A9AD43BAB}"/>
              </a:ext>
            </a:extLst>
          </p:cNvPr>
          <p:cNvSpPr/>
          <p:nvPr/>
        </p:nvSpPr>
        <p:spPr>
          <a:xfrm>
            <a:off x="4857750" y="725214"/>
            <a:ext cx="106417" cy="63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E8A46E00-728D-41C0-AB29-E0A95A1EB9A6}"/>
              </a:ext>
            </a:extLst>
          </p:cNvPr>
          <p:cNvSpPr/>
          <p:nvPr/>
        </p:nvSpPr>
        <p:spPr>
          <a:xfrm>
            <a:off x="4884022" y="2422635"/>
            <a:ext cx="106417" cy="63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CFA97B7-3419-456E-920A-A657466FAB08}"/>
              </a:ext>
            </a:extLst>
          </p:cNvPr>
          <p:cNvSpPr/>
          <p:nvPr/>
        </p:nvSpPr>
        <p:spPr>
          <a:xfrm>
            <a:off x="4847236" y="1550273"/>
            <a:ext cx="106417" cy="63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46186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A4B00E-F424-4E66-9113-BA4F6A6137E8}"/>
              </a:ext>
            </a:extLst>
          </p:cNvPr>
          <p:cNvPicPr>
            <a:picLocks noChangeAspect="1"/>
          </p:cNvPicPr>
          <p:nvPr/>
        </p:nvPicPr>
        <p:blipFill>
          <a:blip r:embed="rId2"/>
          <a:stretch>
            <a:fillRect/>
          </a:stretch>
        </p:blipFill>
        <p:spPr>
          <a:xfrm>
            <a:off x="1116" y="0"/>
            <a:ext cx="9141768" cy="5143500"/>
          </a:xfrm>
          <a:prstGeom prst="rect">
            <a:avLst/>
          </a:prstGeom>
        </p:spPr>
      </p:pic>
    </p:spTree>
    <p:extLst>
      <p:ext uri="{BB962C8B-B14F-4D97-AF65-F5344CB8AC3E}">
        <p14:creationId xmlns:p14="http://schemas.microsoft.com/office/powerpoint/2010/main" val="27181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962AA1-2C98-4070-9D70-DEBC0166CDBD}"/>
              </a:ext>
            </a:extLst>
          </p:cNvPr>
          <p:cNvPicPr>
            <a:picLocks noChangeAspect="1"/>
          </p:cNvPicPr>
          <p:nvPr/>
        </p:nvPicPr>
        <p:blipFill>
          <a:blip r:embed="rId2"/>
          <a:stretch>
            <a:fillRect/>
          </a:stretch>
        </p:blipFill>
        <p:spPr>
          <a:xfrm>
            <a:off x="148122" y="771124"/>
            <a:ext cx="5003073" cy="3052014"/>
          </a:xfrm>
          <a:prstGeom prst="rect">
            <a:avLst/>
          </a:prstGeom>
        </p:spPr>
      </p:pic>
      <p:sp>
        <p:nvSpPr>
          <p:cNvPr id="4" name="Rectangle: Rounded Corners 3">
            <a:extLst>
              <a:ext uri="{FF2B5EF4-FFF2-40B4-BE49-F238E27FC236}">
                <a16:creationId xmlns:a16="http://schemas.microsoft.com/office/drawing/2014/main" id="{DB0125AB-8F92-49C7-B11F-7105E2C03302}"/>
              </a:ext>
            </a:extLst>
          </p:cNvPr>
          <p:cNvSpPr/>
          <p:nvPr/>
        </p:nvSpPr>
        <p:spPr>
          <a:xfrm>
            <a:off x="2845676" y="86710"/>
            <a:ext cx="4895193" cy="48084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b="1" u="sng"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Recommended Albums &amp; Genres </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TextBox 5">
            <a:extLst>
              <a:ext uri="{FF2B5EF4-FFF2-40B4-BE49-F238E27FC236}">
                <a16:creationId xmlns:a16="http://schemas.microsoft.com/office/drawing/2014/main" id="{2714648B-99B1-41AE-901C-FC6934E5194E}"/>
              </a:ext>
            </a:extLst>
          </p:cNvPr>
          <p:cNvSpPr txBox="1"/>
          <p:nvPr/>
        </p:nvSpPr>
        <p:spPr>
          <a:xfrm>
            <a:off x="5242035" y="621352"/>
            <a:ext cx="4572000" cy="2893100"/>
          </a:xfrm>
          <a:prstGeom prst="rect">
            <a:avLst/>
          </a:prstGeom>
          <a:noFill/>
        </p:spPr>
        <p:txBody>
          <a:bodyPr wrap="square">
            <a:spAutoFit/>
          </a:bodyPr>
          <a:lstStyle/>
          <a:p>
            <a:r>
              <a:rPr lang="en-US" sz="1400" dirty="0">
                <a:solidFill>
                  <a:schemeClr val="bg1"/>
                </a:solidFill>
                <a:latin typeface="Times New Roman" panose="02020603050405020304" pitchFamily="18" charset="0"/>
                <a:cs typeface="Times New Roman" panose="02020603050405020304" pitchFamily="18" charset="0"/>
              </a:rPr>
              <a:t>.After analyzing the album and genre sales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performance, I found that Rock genre albums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generated the highest revenue compared to</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other music genres. </a:t>
            </a:r>
          </a:p>
          <a:p>
            <a:r>
              <a:rPr lang="en-US" sz="1400" dirty="0">
                <a:solidFill>
                  <a:schemeClr val="bg1"/>
                </a:solidFill>
                <a:latin typeface="Times New Roman" panose="02020603050405020304" pitchFamily="18" charset="0"/>
                <a:cs typeface="Times New Roman" panose="02020603050405020304" pitchFamily="18" charset="0"/>
              </a:rPr>
              <a:t>.I observed that albums like </a:t>
            </a:r>
            <a:r>
              <a:rPr lang="en-US" sz="1400" b="1" dirty="0">
                <a:solidFill>
                  <a:schemeClr val="bg1"/>
                </a:solidFill>
                <a:latin typeface="Times New Roman" panose="02020603050405020304" pitchFamily="18" charset="0"/>
                <a:cs typeface="Times New Roman" panose="02020603050405020304" pitchFamily="18" charset="0"/>
              </a:rPr>
              <a:t>“Are You </a:t>
            </a:r>
          </a:p>
          <a:p>
            <a:pPr marL="0" indent="0">
              <a:buNone/>
            </a:pPr>
            <a:r>
              <a:rPr lang="en-US" sz="1400" b="1" dirty="0">
                <a:solidFill>
                  <a:schemeClr val="bg1"/>
                </a:solidFill>
                <a:latin typeface="Times New Roman" panose="02020603050405020304" pitchFamily="18" charset="0"/>
                <a:cs typeface="Times New Roman" panose="02020603050405020304" pitchFamily="18" charset="0"/>
              </a:rPr>
              <a:t>   Experienced?” </a:t>
            </a:r>
            <a:r>
              <a:rPr lang="en-US" sz="1400" dirty="0">
                <a:solidFill>
                  <a:schemeClr val="bg1"/>
                </a:solidFill>
                <a:latin typeface="Times New Roman" panose="02020603050405020304" pitchFamily="18" charset="0"/>
                <a:cs typeface="Times New Roman" panose="02020603050405020304" pitchFamily="18" charset="0"/>
              </a:rPr>
              <a:t>and </a:t>
            </a:r>
            <a:r>
              <a:rPr lang="en-US" sz="1400" b="1" dirty="0">
                <a:solidFill>
                  <a:schemeClr val="bg1"/>
                </a:solidFill>
                <a:latin typeface="Times New Roman" panose="02020603050405020304" pitchFamily="18" charset="0"/>
                <a:cs typeface="Times New Roman" panose="02020603050405020304" pitchFamily="18" charset="0"/>
              </a:rPr>
              <a:t>“From The Muddy</a:t>
            </a:r>
          </a:p>
          <a:p>
            <a:pPr marL="0" indent="0">
              <a:buNone/>
            </a:pPr>
            <a:r>
              <a:rPr lang="en-US" sz="1400" b="1" dirty="0">
                <a:solidFill>
                  <a:schemeClr val="bg1"/>
                </a:solidFill>
                <a:latin typeface="Times New Roman" panose="02020603050405020304" pitchFamily="18" charset="0"/>
                <a:cs typeface="Times New Roman" panose="02020603050405020304" pitchFamily="18" charset="0"/>
              </a:rPr>
              <a:t>   Banks Of The Wishkah [live]”</a:t>
            </a:r>
            <a:r>
              <a:rPr lang="en-US" sz="1400" dirty="0">
                <a:solidFill>
                  <a:schemeClr val="bg1"/>
                </a:solidFill>
                <a:latin typeface="Times New Roman" panose="02020603050405020304" pitchFamily="18" charset="0"/>
                <a:cs typeface="Times New Roman" panose="02020603050405020304" pitchFamily="18" charset="0"/>
              </a:rPr>
              <a:t> achieved the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highest </a:t>
            </a:r>
            <a:r>
              <a:rPr lang="en-IN" sz="1400" dirty="0">
                <a:solidFill>
                  <a:schemeClr val="bg1"/>
                </a:solidFill>
                <a:latin typeface="Times New Roman" panose="02020603050405020304" pitchFamily="18" charset="0"/>
                <a:cs typeface="Times New Roman" panose="02020603050405020304" pitchFamily="18" charset="0"/>
              </a:rPr>
              <a:t>sales revenue . </a:t>
            </a:r>
          </a:p>
          <a:p>
            <a:r>
              <a:rPr lang="en-US" sz="1400" dirty="0">
                <a:solidFill>
                  <a:schemeClr val="bg1"/>
                </a:solidFill>
                <a:latin typeface="Times New Roman" panose="02020603050405020304" pitchFamily="18" charset="0"/>
                <a:cs typeface="Times New Roman" panose="02020603050405020304" pitchFamily="18" charset="0"/>
              </a:rPr>
              <a:t>.The analysis also indicates that although </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genres like R&amp;B/Soul and Alternative &amp; Punk</a:t>
            </a:r>
          </a:p>
          <a:p>
            <a:pPr marL="0" indent="0">
              <a:buNone/>
            </a:pPr>
            <a:r>
              <a:rPr lang="en-US" sz="1400" dirty="0">
                <a:solidFill>
                  <a:schemeClr val="bg1"/>
                </a:solidFill>
                <a:latin typeface="Times New Roman" panose="02020603050405020304" pitchFamily="18" charset="0"/>
                <a:cs typeface="Times New Roman" panose="02020603050405020304" pitchFamily="18" charset="0"/>
              </a:rPr>
              <a:t>    </a:t>
            </a:r>
          </a:p>
          <a:p>
            <a:pPr marL="0" indent="0">
              <a:buNone/>
            </a:pPr>
            <a:endParaRPr lang="en-US" sz="1400" dirty="0">
              <a:solidFill>
                <a:schemeClr val="bg1"/>
              </a:solidFill>
              <a:latin typeface="Times New Roman" panose="02020603050405020304" pitchFamily="18" charset="0"/>
              <a:cs typeface="Times New Roman" panose="02020603050405020304" pitchFamily="18" charset="0"/>
            </a:endParaRPr>
          </a:p>
          <a:p>
            <a:pPr marL="0" indent="0">
              <a:buNone/>
            </a:pP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731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30D74C1B-632E-409A-AD49-F2D909A7907C}"/>
              </a:ext>
            </a:extLst>
          </p:cNvPr>
          <p:cNvSpPr/>
          <p:nvPr/>
        </p:nvSpPr>
        <p:spPr>
          <a:xfrm>
            <a:off x="78828" y="0"/>
            <a:ext cx="2711669" cy="159231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b="1" u="sng" dirty="0">
                <a:solidFill>
                  <a:srgbClr val="FFFF00"/>
                </a:solidFill>
                <a:latin typeface="Times New Roman" panose="02020603050405020304" pitchFamily="18" charset="0"/>
                <a:cs typeface="Times New Roman" panose="02020603050405020304" pitchFamily="18" charset="0"/>
              </a:rPr>
              <a:t>Recommendation of Recommended Albums &amp; Genres</a:t>
            </a:r>
            <a:r>
              <a:rPr lang="en-IN" u="sng" dirty="0">
                <a:solidFill>
                  <a:srgbClr val="FFFF00"/>
                </a:solidFill>
                <a:latin typeface="Times New Roman" panose="02020603050405020304" pitchFamily="18" charset="0"/>
                <a:cs typeface="Times New Roman" panose="02020603050405020304" pitchFamily="18" charset="0"/>
              </a:rPr>
              <a:t> </a:t>
            </a:r>
            <a:endParaRPr lang="en-IN" dirty="0">
              <a:solidFill>
                <a:srgbClr val="FFFF00"/>
              </a:solidFill>
            </a:endParaRPr>
          </a:p>
        </p:txBody>
      </p:sp>
      <p:sp>
        <p:nvSpPr>
          <p:cNvPr id="4" name="Rectangle: Rounded Corners 3">
            <a:extLst>
              <a:ext uri="{FF2B5EF4-FFF2-40B4-BE49-F238E27FC236}">
                <a16:creationId xmlns:a16="http://schemas.microsoft.com/office/drawing/2014/main" id="{540166A6-7CA4-4ECE-91F0-56BE8DF0FAF8}"/>
              </a:ext>
            </a:extLst>
          </p:cNvPr>
          <p:cNvSpPr/>
          <p:nvPr/>
        </p:nvSpPr>
        <p:spPr>
          <a:xfrm>
            <a:off x="3163615" y="167619"/>
            <a:ext cx="3949262" cy="427245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dirty="0"/>
          </a:p>
        </p:txBody>
      </p:sp>
      <p:sp>
        <p:nvSpPr>
          <p:cNvPr id="5" name="Title 1">
            <a:extLst>
              <a:ext uri="{FF2B5EF4-FFF2-40B4-BE49-F238E27FC236}">
                <a16:creationId xmlns:a16="http://schemas.microsoft.com/office/drawing/2014/main" id="{A6DE9FEA-810F-408A-8FCF-D1AAFAA0E359}"/>
              </a:ext>
            </a:extLst>
          </p:cNvPr>
          <p:cNvSpPr txBox="1">
            <a:spLocks/>
          </p:cNvSpPr>
          <p:nvPr/>
        </p:nvSpPr>
        <p:spPr>
          <a:xfrm>
            <a:off x="838200" y="1190297"/>
            <a:ext cx="5515305" cy="500391"/>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5pPr>
            <a:lvl6pPr marL="3429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6pPr>
            <a:lvl7pPr marL="6858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7pPr>
            <a:lvl8pPr marL="10287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8pPr>
            <a:lvl9pPr marL="13716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9pPr>
          </a:lstStyle>
          <a:p>
            <a:endParaRPr lang="en-IN" dirty="0"/>
          </a:p>
        </p:txBody>
      </p:sp>
      <p:sp>
        <p:nvSpPr>
          <p:cNvPr id="6" name="Content Placeholder 2">
            <a:extLst>
              <a:ext uri="{FF2B5EF4-FFF2-40B4-BE49-F238E27FC236}">
                <a16:creationId xmlns:a16="http://schemas.microsoft.com/office/drawing/2014/main" id="{4E1F39B2-EEC1-488B-990C-CB7C3BC98983}"/>
              </a:ext>
            </a:extLst>
          </p:cNvPr>
          <p:cNvSpPr txBox="1">
            <a:spLocks/>
          </p:cNvSpPr>
          <p:nvPr/>
        </p:nvSpPr>
        <p:spPr>
          <a:xfrm>
            <a:off x="3221422" y="228601"/>
            <a:ext cx="3746937" cy="4351282"/>
          </a:xfrm>
          <a:prstGeom prst="rect">
            <a:avLst/>
          </a:prstGeom>
        </p:spPr>
        <p:txBody>
          <a:bodyPr>
            <a:normAutofit/>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lgn="just">
              <a:lnSpc>
                <a:spcPct val="150000"/>
              </a:lnSpc>
            </a:pPr>
            <a:r>
              <a:rPr lang="en-US" sz="1050" dirty="0">
                <a:solidFill>
                  <a:schemeClr val="accent2">
                    <a:lumMod val="50000"/>
                  </a:schemeClr>
                </a:solidFill>
                <a:latin typeface="Times New Roman" panose="02020603050405020304" pitchFamily="18" charset="0"/>
                <a:cs typeface="Times New Roman" panose="02020603050405020304" pitchFamily="18" charset="0"/>
              </a:rPr>
              <a:t>Are You Experienced? (Rock)</a:t>
            </a:r>
          </a:p>
          <a:p>
            <a:pPr marL="800100" lvl="1" indent="-342900" algn="just">
              <a:lnSpc>
                <a:spcPct val="150000"/>
              </a:lnSpc>
              <a:buFont typeface="Wingdings" panose="05000000000000000000" pitchFamily="2" charset="2"/>
              <a:buChar char="Ø"/>
            </a:pPr>
            <a:r>
              <a:rPr lang="en-US" sz="1050" dirty="0">
                <a:solidFill>
                  <a:schemeClr val="bg1"/>
                </a:solidFill>
                <a:latin typeface="Times New Roman" panose="02020603050405020304" pitchFamily="18" charset="0"/>
                <a:cs typeface="Times New Roman" panose="02020603050405020304" pitchFamily="18" charset="0"/>
              </a:rPr>
              <a:t>Highest overall performance and strong repeat purchase behavior</a:t>
            </a:r>
          </a:p>
          <a:p>
            <a:pPr marL="800100" lvl="1" indent="-342900" algn="just">
              <a:lnSpc>
                <a:spcPct val="150000"/>
              </a:lnSpc>
              <a:buFont typeface="Wingdings" panose="05000000000000000000" pitchFamily="2" charset="2"/>
              <a:buChar char="Ø"/>
            </a:pPr>
            <a:r>
              <a:rPr lang="en-US" sz="1050" dirty="0">
                <a:solidFill>
                  <a:schemeClr val="bg1"/>
                </a:solidFill>
                <a:latin typeface="Times New Roman" panose="02020603050405020304" pitchFamily="18" charset="0"/>
                <a:cs typeface="Times New Roman" panose="02020603050405020304" pitchFamily="18" charset="0"/>
              </a:rPr>
              <a:t>Ideal for primary advertising investment</a:t>
            </a:r>
          </a:p>
          <a:p>
            <a:pPr marL="342900" indent="-342900" algn="just">
              <a:lnSpc>
                <a:spcPct val="150000"/>
              </a:lnSpc>
            </a:pPr>
            <a:r>
              <a:rPr lang="en-US" sz="1050" dirty="0">
                <a:solidFill>
                  <a:srgbClr val="92D050"/>
                </a:solidFill>
                <a:latin typeface="Times New Roman" panose="02020603050405020304" pitchFamily="18" charset="0"/>
                <a:cs typeface="Times New Roman" panose="02020603050405020304" pitchFamily="18" charset="0"/>
              </a:rPr>
              <a:t>From the Muddy Banks of the Wishkah (Live) (Rock)</a:t>
            </a:r>
          </a:p>
          <a:p>
            <a:pPr marL="800100" lvl="1" indent="-342900" algn="just">
              <a:lnSpc>
                <a:spcPct val="150000"/>
              </a:lnSpc>
              <a:buFont typeface="Wingdings" panose="05000000000000000000" pitchFamily="2" charset="2"/>
              <a:buChar char="Ø"/>
            </a:pPr>
            <a:r>
              <a:rPr lang="en-US" sz="1050" dirty="0">
                <a:solidFill>
                  <a:schemeClr val="bg1"/>
                </a:solidFill>
                <a:latin typeface="Times New Roman" panose="02020603050405020304" pitchFamily="18" charset="0"/>
                <a:cs typeface="Times New Roman" panose="02020603050405020304" pitchFamily="18" charset="0"/>
              </a:rPr>
              <a:t>Consistently high engagement and popularity among Rock listeners</a:t>
            </a:r>
          </a:p>
          <a:p>
            <a:pPr marL="800100" lvl="1" indent="-342900" algn="just">
              <a:lnSpc>
                <a:spcPct val="150000"/>
              </a:lnSpc>
              <a:buFont typeface="Wingdings" panose="05000000000000000000" pitchFamily="2" charset="2"/>
              <a:buChar char="Ø"/>
            </a:pPr>
            <a:r>
              <a:rPr lang="en-US" sz="1050" dirty="0">
                <a:solidFill>
                  <a:schemeClr val="bg1"/>
                </a:solidFill>
                <a:latin typeface="Times New Roman" panose="02020603050405020304" pitchFamily="18" charset="0"/>
                <a:cs typeface="Times New Roman" panose="02020603050405020304" pitchFamily="18" charset="0"/>
              </a:rPr>
              <a:t>Suitable for continued promotion and bundling strategies</a:t>
            </a:r>
          </a:p>
          <a:p>
            <a:pPr marL="342900" indent="-342900" algn="just">
              <a:lnSpc>
                <a:spcPct val="150000"/>
              </a:lnSpc>
            </a:pPr>
            <a:r>
              <a:rPr lang="en-US" sz="1050" dirty="0">
                <a:solidFill>
                  <a:srgbClr val="FF0000"/>
                </a:solidFill>
                <a:latin typeface="Times New Roman" panose="02020603050405020304" pitchFamily="18" charset="0"/>
                <a:cs typeface="Times New Roman" panose="02020603050405020304" pitchFamily="18" charset="0"/>
              </a:rPr>
              <a:t>The Doors (Rock)</a:t>
            </a:r>
          </a:p>
          <a:p>
            <a:pPr marL="800100" lvl="1" indent="-342900" algn="just">
              <a:lnSpc>
                <a:spcPct val="150000"/>
              </a:lnSpc>
              <a:buFont typeface="Wingdings" panose="05000000000000000000" pitchFamily="2" charset="2"/>
              <a:buChar char="Ø"/>
            </a:pPr>
            <a:r>
              <a:rPr lang="en-US" sz="1050" dirty="0">
                <a:solidFill>
                  <a:schemeClr val="bg1"/>
                </a:solidFill>
                <a:latin typeface="Times New Roman" panose="02020603050405020304" pitchFamily="18" charset="0"/>
                <a:cs typeface="Times New Roman" panose="02020603050405020304" pitchFamily="18" charset="0"/>
              </a:rPr>
              <a:t>Strong brand recognition and steady sales performance</a:t>
            </a:r>
          </a:p>
          <a:p>
            <a:pPr marL="800100" lvl="1" indent="-342900" algn="just">
              <a:lnSpc>
                <a:spcPct val="150000"/>
              </a:lnSpc>
              <a:buFont typeface="Wingdings" panose="05000000000000000000" pitchFamily="2" charset="2"/>
              <a:buChar char="Ø"/>
            </a:pPr>
            <a:r>
              <a:rPr lang="en-US" sz="1050" dirty="0">
                <a:solidFill>
                  <a:schemeClr val="bg1"/>
                </a:solidFill>
                <a:latin typeface="Times New Roman" panose="02020603050405020304" pitchFamily="18" charset="0"/>
                <a:cs typeface="Times New Roman" panose="02020603050405020304" pitchFamily="18" charset="0"/>
              </a:rPr>
              <a:t>Effective for reinforcing Rock-focused marketing campaigns</a:t>
            </a:r>
          </a:p>
          <a:p>
            <a:pPr marL="0" indent="0">
              <a:buFontTx/>
              <a:buNone/>
            </a:pPr>
            <a:endParaRPr lang="en-IN" sz="1050" dirty="0">
              <a:solidFill>
                <a:schemeClr val="bg1"/>
              </a:solidFill>
            </a:endParaRPr>
          </a:p>
        </p:txBody>
      </p:sp>
    </p:spTree>
    <p:extLst>
      <p:ext uri="{BB962C8B-B14F-4D97-AF65-F5344CB8AC3E}">
        <p14:creationId xmlns:p14="http://schemas.microsoft.com/office/powerpoint/2010/main" val="1454210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B2B47FC-3FB1-4DFD-B821-B008C92D6D91}"/>
              </a:ext>
            </a:extLst>
          </p:cNvPr>
          <p:cNvSpPr/>
          <p:nvPr/>
        </p:nvSpPr>
        <p:spPr>
          <a:xfrm>
            <a:off x="299545" y="102476"/>
            <a:ext cx="8678917" cy="47296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8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 Selling Genres in Countries other than USA</a:t>
            </a:r>
            <a:endParaRPr lang="en-IN" sz="2800" dirty="0">
              <a:ln w="0"/>
              <a:solidFill>
                <a:schemeClr val="tx1"/>
              </a:solidFill>
              <a:effectLst>
                <a:outerShdw blurRad="38100" dist="19050" dir="2700000" algn="tl" rotWithShape="0">
                  <a:schemeClr val="dk1">
                    <a:alpha val="40000"/>
                  </a:schemeClr>
                </a:outerShdw>
              </a:effectLst>
            </a:endParaRPr>
          </a:p>
        </p:txBody>
      </p:sp>
      <p:sp>
        <p:nvSpPr>
          <p:cNvPr id="3" name="Rectangle: Rounded Corners 2">
            <a:extLst>
              <a:ext uri="{FF2B5EF4-FFF2-40B4-BE49-F238E27FC236}">
                <a16:creationId xmlns:a16="http://schemas.microsoft.com/office/drawing/2014/main" id="{2BAB2C74-705A-4111-8BD5-2F1031E30356}"/>
              </a:ext>
            </a:extLst>
          </p:cNvPr>
          <p:cNvSpPr/>
          <p:nvPr/>
        </p:nvSpPr>
        <p:spPr>
          <a:xfrm>
            <a:off x="5513989" y="624708"/>
            <a:ext cx="3689131" cy="389408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1200" dirty="0">
                <a:latin typeface="Times New Roman" panose="02020603050405020304" pitchFamily="18" charset="0"/>
                <a:cs typeface="Times New Roman" panose="02020603050405020304" pitchFamily="18" charset="0"/>
              </a:rPr>
              <a:t>The charts show a clear similarity, with Rock </a:t>
            </a:r>
          </a:p>
          <a:p>
            <a:pPr marL="0" indent="0">
              <a:buNone/>
            </a:pPr>
            <a:r>
              <a:rPr lang="en-US" sz="1200" dirty="0">
                <a:latin typeface="Times New Roman" panose="02020603050405020304" pitchFamily="18" charset="0"/>
                <a:cs typeface="Times New Roman" panose="02020603050405020304" pitchFamily="18" charset="0"/>
              </a:rPr>
              <a:t>    emerging as the top-selling genre in both </a:t>
            </a:r>
          </a:p>
          <a:p>
            <a:pPr marL="0" indent="0">
              <a:buNone/>
            </a:pPr>
            <a:r>
              <a:rPr lang="en-US" sz="1200" dirty="0">
                <a:latin typeface="Times New Roman" panose="02020603050405020304" pitchFamily="18" charset="0"/>
                <a:cs typeface="Times New Roman" panose="02020603050405020304" pitchFamily="18" charset="0"/>
              </a:rPr>
              <a:t>    the USA and other countries. </a:t>
            </a:r>
          </a:p>
          <a:p>
            <a:r>
              <a:rPr lang="en-US" sz="1200" dirty="0">
                <a:latin typeface="Times New Roman" panose="02020603050405020304" pitchFamily="18" charset="0"/>
                <a:cs typeface="Times New Roman" panose="02020603050405020304" pitchFamily="18" charset="0"/>
              </a:rPr>
              <a:t> In countries outside the USA, Metal </a:t>
            </a:r>
            <a:r>
              <a:rPr lang="en-IN" sz="1200" dirty="0">
                <a:latin typeface="Times New Roman" panose="02020603050405020304" pitchFamily="18" charset="0"/>
                <a:cs typeface="Times New Roman" panose="02020603050405020304" pitchFamily="18" charset="0"/>
              </a:rPr>
              <a:t>ranked </a:t>
            </a:r>
          </a:p>
          <a:p>
            <a:pPr marL="0" indent="0">
              <a:buNone/>
            </a:pPr>
            <a:r>
              <a:rPr lang="en-IN" sz="1200" dirty="0">
                <a:latin typeface="Times New Roman" panose="02020603050405020304" pitchFamily="18" charset="0"/>
                <a:cs typeface="Times New Roman" panose="02020603050405020304" pitchFamily="18" charset="0"/>
              </a:rPr>
              <a:t>    2nd and Alternative &amp; Punk ranked 3rd, </a:t>
            </a:r>
          </a:p>
          <a:p>
            <a:pPr marL="0" indent="0">
              <a:buNone/>
            </a:pPr>
            <a:r>
              <a:rPr lang="en-IN"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whereas in the USA these positions </a:t>
            </a:r>
            <a:r>
              <a:rPr lang="en-IN" sz="1200" dirty="0">
                <a:latin typeface="Times New Roman" panose="02020603050405020304" pitchFamily="18" charset="0"/>
                <a:cs typeface="Times New Roman" panose="02020603050405020304" pitchFamily="18" charset="0"/>
              </a:rPr>
              <a:t>were </a:t>
            </a:r>
          </a:p>
          <a:p>
            <a:pPr marL="0" indent="0">
              <a:buNone/>
            </a:pPr>
            <a:r>
              <a:rPr lang="en-IN"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reversed, with Alternative &amp; Punk taking </a:t>
            </a:r>
          </a:p>
          <a:p>
            <a:pPr marL="0" indent="0">
              <a:buNone/>
            </a:pPr>
            <a:r>
              <a:rPr lang="en-US" sz="1200" dirty="0">
                <a:latin typeface="Times New Roman" panose="02020603050405020304" pitchFamily="18" charset="0"/>
                <a:cs typeface="Times New Roman" panose="02020603050405020304" pitchFamily="18" charset="0"/>
              </a:rPr>
              <a:t>     2nd place and Metal 3rd. </a:t>
            </a:r>
          </a:p>
          <a:p>
            <a:r>
              <a:rPr lang="en-US" sz="1200" dirty="0">
                <a:latin typeface="Times New Roman" panose="02020603050405020304" pitchFamily="18" charset="0"/>
                <a:cs typeface="Times New Roman" panose="02020603050405020304" pitchFamily="18" charset="0"/>
              </a:rPr>
              <a:t> For the 4th and 5th positions, Latin </a:t>
            </a:r>
            <a:r>
              <a:rPr lang="en-IN" sz="1200" dirty="0">
                <a:latin typeface="Times New Roman" panose="02020603050405020304" pitchFamily="18" charset="0"/>
                <a:cs typeface="Times New Roman" panose="02020603050405020304" pitchFamily="18" charset="0"/>
              </a:rPr>
              <a:t>and Jazz </a:t>
            </a:r>
          </a:p>
          <a:p>
            <a:pPr marL="0" indent="0">
              <a:buNone/>
            </a:pPr>
            <a:r>
              <a:rPr lang="en-IN"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were the leading genres in other countries, </a:t>
            </a:r>
          </a:p>
          <a:p>
            <a:pPr marL="0" indent="0">
              <a:buNone/>
            </a:pPr>
            <a:r>
              <a:rPr lang="en-US" sz="1200" dirty="0">
                <a:latin typeface="Times New Roman" panose="02020603050405020304" pitchFamily="18" charset="0"/>
                <a:cs typeface="Times New Roman" panose="02020603050405020304" pitchFamily="18" charset="0"/>
              </a:rPr>
              <a:t>     while in the USA those spots were occupied </a:t>
            </a:r>
          </a:p>
          <a:p>
            <a:pPr marL="0" indent="0">
              <a:buNone/>
            </a:pPr>
            <a:r>
              <a:rPr lang="en-US" sz="1200" dirty="0">
                <a:latin typeface="Times New Roman" panose="02020603050405020304" pitchFamily="18" charset="0"/>
                <a:cs typeface="Times New Roman" panose="02020603050405020304" pitchFamily="18" charset="0"/>
              </a:rPr>
              <a:t>     by R&amp;B/Soul and Blues.</a:t>
            </a:r>
            <a:endParaRPr lang="en-IN" sz="1200" dirty="0">
              <a:latin typeface="Times New Roman" panose="02020603050405020304" pitchFamily="18" charset="0"/>
              <a:cs typeface="Times New Roman" panose="02020603050405020304" pitchFamily="18" charset="0"/>
            </a:endParaRPr>
          </a:p>
          <a:p>
            <a:pPr algn="ctr"/>
            <a:endParaRPr lang="en-IN" sz="1200" dirty="0"/>
          </a:p>
        </p:txBody>
      </p:sp>
      <p:pic>
        <p:nvPicPr>
          <p:cNvPr id="5" name="Picture 4">
            <a:extLst>
              <a:ext uri="{FF2B5EF4-FFF2-40B4-BE49-F238E27FC236}">
                <a16:creationId xmlns:a16="http://schemas.microsoft.com/office/drawing/2014/main" id="{B7D53C4B-E2AF-486B-83F4-601BB3EF0BB4}"/>
              </a:ext>
            </a:extLst>
          </p:cNvPr>
          <p:cNvPicPr>
            <a:picLocks noChangeAspect="1"/>
          </p:cNvPicPr>
          <p:nvPr/>
        </p:nvPicPr>
        <p:blipFill>
          <a:blip r:embed="rId2"/>
          <a:stretch>
            <a:fillRect/>
          </a:stretch>
        </p:blipFill>
        <p:spPr>
          <a:xfrm>
            <a:off x="8312931" y="3752193"/>
            <a:ext cx="609287" cy="603028"/>
          </a:xfrm>
          <a:prstGeom prst="rect">
            <a:avLst/>
          </a:prstGeom>
        </p:spPr>
      </p:pic>
      <p:pic>
        <p:nvPicPr>
          <p:cNvPr id="7" name="Picture 6">
            <a:extLst>
              <a:ext uri="{FF2B5EF4-FFF2-40B4-BE49-F238E27FC236}">
                <a16:creationId xmlns:a16="http://schemas.microsoft.com/office/drawing/2014/main" id="{6FD78363-DB79-4066-8B70-34629AA9069D}"/>
              </a:ext>
            </a:extLst>
          </p:cNvPr>
          <p:cNvPicPr>
            <a:picLocks noChangeAspect="1"/>
          </p:cNvPicPr>
          <p:nvPr/>
        </p:nvPicPr>
        <p:blipFill>
          <a:blip r:embed="rId3"/>
          <a:stretch>
            <a:fillRect/>
          </a:stretch>
        </p:blipFill>
        <p:spPr>
          <a:xfrm>
            <a:off x="559557" y="624708"/>
            <a:ext cx="4422345" cy="1779533"/>
          </a:xfrm>
          <a:prstGeom prst="rect">
            <a:avLst/>
          </a:prstGeom>
        </p:spPr>
      </p:pic>
      <p:pic>
        <p:nvPicPr>
          <p:cNvPr id="9" name="Picture 8">
            <a:extLst>
              <a:ext uri="{FF2B5EF4-FFF2-40B4-BE49-F238E27FC236}">
                <a16:creationId xmlns:a16="http://schemas.microsoft.com/office/drawing/2014/main" id="{0A17CD7E-227A-4176-9A2D-81D599E23E51}"/>
              </a:ext>
            </a:extLst>
          </p:cNvPr>
          <p:cNvPicPr>
            <a:picLocks noChangeAspect="1"/>
          </p:cNvPicPr>
          <p:nvPr/>
        </p:nvPicPr>
        <p:blipFill>
          <a:blip r:embed="rId4"/>
          <a:stretch>
            <a:fillRect/>
          </a:stretch>
        </p:blipFill>
        <p:spPr>
          <a:xfrm>
            <a:off x="559556" y="2453508"/>
            <a:ext cx="4422345" cy="2065283"/>
          </a:xfrm>
          <a:prstGeom prst="rect">
            <a:avLst/>
          </a:prstGeom>
        </p:spPr>
      </p:pic>
    </p:spTree>
    <p:extLst>
      <p:ext uri="{BB962C8B-B14F-4D97-AF65-F5344CB8AC3E}">
        <p14:creationId xmlns:p14="http://schemas.microsoft.com/office/powerpoint/2010/main" val="3066530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0AC77FF-3469-42A7-95EE-F32AA9F74E08}"/>
              </a:ext>
            </a:extLst>
          </p:cNvPr>
          <p:cNvGraphicFramePr>
            <a:graphicFrameLocks/>
          </p:cNvGraphicFramePr>
          <p:nvPr>
            <p:extLst>
              <p:ext uri="{D42A27DB-BD31-4B8C-83A1-F6EECF244321}">
                <p14:modId xmlns:p14="http://schemas.microsoft.com/office/powerpoint/2010/main" val="2695596659"/>
              </p:ext>
            </p:extLst>
          </p:nvPr>
        </p:nvGraphicFramePr>
        <p:xfrm>
          <a:off x="247480" y="1059847"/>
          <a:ext cx="4655596" cy="310225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E6CDDA2-8E14-4F1E-B6EF-8B1842E36F8D}"/>
              </a:ext>
            </a:extLst>
          </p:cNvPr>
          <p:cNvSpPr txBox="1"/>
          <p:nvPr/>
        </p:nvSpPr>
        <p:spPr>
          <a:xfrm>
            <a:off x="2144110" y="110936"/>
            <a:ext cx="4572000" cy="369332"/>
          </a:xfrm>
          <a:prstGeom prst="rect">
            <a:avLst/>
          </a:prstGeom>
          <a:noFill/>
        </p:spPr>
        <p:txBody>
          <a:bodyPr wrap="square">
            <a:spAutoFit/>
          </a:bodyPr>
          <a:lstStyle/>
          <a:p>
            <a:r>
              <a:rPr lang="en-IN" sz="1800" b="1" u="sng" dirty="0">
                <a:solidFill>
                  <a:schemeClr val="bg1"/>
                </a:solidFill>
                <a:latin typeface="Times New Roman" panose="02020603050405020304" pitchFamily="18" charset="0"/>
                <a:cs typeface="Times New Roman" panose="02020603050405020304" pitchFamily="18" charset="0"/>
              </a:rPr>
              <a:t>Customer Spending vs Purchase Frequency</a:t>
            </a:r>
            <a:r>
              <a:rPr lang="en-IN" b="1" u="sng"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endParaRPr>
          </a:p>
        </p:txBody>
      </p:sp>
      <p:sp>
        <p:nvSpPr>
          <p:cNvPr id="6" name="Content Placeholder 3">
            <a:extLst>
              <a:ext uri="{FF2B5EF4-FFF2-40B4-BE49-F238E27FC236}">
                <a16:creationId xmlns:a16="http://schemas.microsoft.com/office/drawing/2014/main" id="{5A0ACA57-DF65-4486-B884-B9DC0D3C65D5}"/>
              </a:ext>
            </a:extLst>
          </p:cNvPr>
          <p:cNvSpPr txBox="1">
            <a:spLocks/>
          </p:cNvSpPr>
          <p:nvPr/>
        </p:nvSpPr>
        <p:spPr>
          <a:xfrm>
            <a:off x="5449614" y="571116"/>
            <a:ext cx="3308131" cy="4351338"/>
          </a:xfrm>
          <a:prstGeom prst="rect">
            <a:avLst/>
          </a:prstGeom>
        </p:spPr>
        <p:txBody>
          <a:bodyPr>
            <a:normAutofit/>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200" dirty="0">
                <a:solidFill>
                  <a:schemeClr val="bg1"/>
                </a:solidFill>
                <a:latin typeface="Times New Roman" panose="02020603050405020304" pitchFamily="18" charset="0"/>
                <a:cs typeface="Times New Roman" panose="02020603050405020304" pitchFamily="18" charset="0"/>
              </a:rPr>
              <a:t>The data was divided into Long-term customers (75%) and New customers (25%), and similar trends were observed in average purchase frequency, average basket size, and average total spending for both groups. </a:t>
            </a:r>
          </a:p>
          <a:p>
            <a:r>
              <a:rPr lang="en-US" sz="1200" dirty="0">
                <a:solidFill>
                  <a:schemeClr val="bg1"/>
                </a:solidFill>
                <a:latin typeface="Times New Roman" panose="02020603050405020304" pitchFamily="18" charset="0"/>
                <a:cs typeface="Times New Roman" panose="02020603050405020304" pitchFamily="18" charset="0"/>
              </a:rPr>
              <a:t>All three customer behavior metrics follow a consistent pattern, indicating strong customer retention and loyalty toward Chinook Music Store among long-term customers. </a:t>
            </a:r>
          </a:p>
          <a:p>
            <a:r>
              <a:rPr lang="en-US" sz="1200" dirty="0">
                <a:solidFill>
                  <a:schemeClr val="bg1"/>
                </a:solidFill>
                <a:latin typeface="Times New Roman" panose="02020603050405020304" pitchFamily="18" charset="0"/>
                <a:cs typeface="Times New Roman" panose="02020603050405020304" pitchFamily="18" charset="0"/>
              </a:rPr>
              <a:t>The stable average number of purchases made by customers each year suggests that Chinook Music Store successfully satisfied customer music preferences and maintained their loyalty over time. </a:t>
            </a:r>
          </a:p>
          <a:p>
            <a:endParaRPr lang="en-US" sz="1200" dirty="0">
              <a:solidFill>
                <a:schemeClr val="bg1"/>
              </a:solidFill>
              <a:latin typeface="Times New Roman" panose="02020603050405020304" pitchFamily="18" charset="0"/>
              <a:cs typeface="Times New Roman" panose="02020603050405020304" pitchFamily="18" charset="0"/>
            </a:endParaRPr>
          </a:p>
          <a:p>
            <a:endParaRPr lang="en-US" sz="1200" dirty="0">
              <a:solidFill>
                <a:schemeClr val="bg1"/>
              </a:solidFill>
              <a:latin typeface="Times New Roman" panose="02020603050405020304" pitchFamily="18" charset="0"/>
              <a:cs typeface="Times New Roman" panose="02020603050405020304" pitchFamily="18" charset="0"/>
            </a:endParaRPr>
          </a:p>
          <a:p>
            <a:endParaRPr lang="en-IN"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2306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110DEE-6322-40A4-8349-E7120F6E3A94}"/>
              </a:ext>
            </a:extLst>
          </p:cNvPr>
          <p:cNvPicPr>
            <a:picLocks noChangeAspect="1"/>
          </p:cNvPicPr>
          <p:nvPr/>
        </p:nvPicPr>
        <p:blipFill>
          <a:blip r:embed="rId2"/>
          <a:stretch>
            <a:fillRect/>
          </a:stretch>
        </p:blipFill>
        <p:spPr>
          <a:xfrm>
            <a:off x="0" y="0"/>
            <a:ext cx="3206915" cy="1949550"/>
          </a:xfrm>
          <a:prstGeom prst="rect">
            <a:avLst/>
          </a:prstGeom>
        </p:spPr>
      </p:pic>
      <p:sp>
        <p:nvSpPr>
          <p:cNvPr id="5" name="TextBox 4">
            <a:extLst>
              <a:ext uri="{FF2B5EF4-FFF2-40B4-BE49-F238E27FC236}">
                <a16:creationId xmlns:a16="http://schemas.microsoft.com/office/drawing/2014/main" id="{01BF13AF-DA29-4E47-9591-92451501694D}"/>
              </a:ext>
            </a:extLst>
          </p:cNvPr>
          <p:cNvSpPr txBox="1"/>
          <p:nvPr/>
        </p:nvSpPr>
        <p:spPr>
          <a:xfrm>
            <a:off x="3484179" y="95171"/>
            <a:ext cx="5360276" cy="461665"/>
          </a:xfrm>
          <a:prstGeom prst="rect">
            <a:avLst/>
          </a:prstGeom>
          <a:noFill/>
        </p:spPr>
        <p:txBody>
          <a:bodyPr wrap="square">
            <a:spAutoFit/>
          </a:bodyPr>
          <a:lstStyle/>
          <a:p>
            <a:r>
              <a:rPr lang="en-IN" sz="2400" b="1" u="sng" dirty="0">
                <a:solidFill>
                  <a:schemeClr val="bg1"/>
                </a:solidFill>
                <a:latin typeface="Times New Roman" panose="02020603050405020304" pitchFamily="18" charset="0"/>
                <a:cs typeface="Times New Roman" panose="02020603050405020304" pitchFamily="18" charset="0"/>
              </a:rPr>
              <a:t>Customer Regional Market Analysis</a:t>
            </a:r>
            <a:endParaRPr lang="en-IN" sz="2400" dirty="0">
              <a:solidFill>
                <a:schemeClr val="bg1"/>
              </a:solidFill>
            </a:endParaRPr>
          </a:p>
        </p:txBody>
      </p:sp>
      <p:pic>
        <p:nvPicPr>
          <p:cNvPr id="7" name="Picture 6">
            <a:extLst>
              <a:ext uri="{FF2B5EF4-FFF2-40B4-BE49-F238E27FC236}">
                <a16:creationId xmlns:a16="http://schemas.microsoft.com/office/drawing/2014/main" id="{38159B8A-573D-41BA-A3C7-30CD3C9B78F3}"/>
              </a:ext>
            </a:extLst>
          </p:cNvPr>
          <p:cNvPicPr>
            <a:picLocks noChangeAspect="1"/>
          </p:cNvPicPr>
          <p:nvPr/>
        </p:nvPicPr>
        <p:blipFill>
          <a:blip r:embed="rId3"/>
          <a:stretch>
            <a:fillRect/>
          </a:stretch>
        </p:blipFill>
        <p:spPr>
          <a:xfrm>
            <a:off x="11275" y="1972021"/>
            <a:ext cx="6153042" cy="2568448"/>
          </a:xfrm>
          <a:prstGeom prst="rect">
            <a:avLst/>
          </a:prstGeom>
        </p:spPr>
      </p:pic>
      <p:sp>
        <p:nvSpPr>
          <p:cNvPr id="9" name="TextBox 8">
            <a:extLst>
              <a:ext uri="{FF2B5EF4-FFF2-40B4-BE49-F238E27FC236}">
                <a16:creationId xmlns:a16="http://schemas.microsoft.com/office/drawing/2014/main" id="{82C2801B-41F4-4FF8-929E-AD45285813CF}"/>
              </a:ext>
            </a:extLst>
          </p:cNvPr>
          <p:cNvSpPr txBox="1"/>
          <p:nvPr/>
        </p:nvSpPr>
        <p:spPr>
          <a:xfrm>
            <a:off x="4272455" y="556836"/>
            <a:ext cx="4572000" cy="1169551"/>
          </a:xfrm>
          <a:prstGeom prst="rect">
            <a:avLst/>
          </a:prstGeom>
          <a:noFill/>
        </p:spPr>
        <p:txBody>
          <a:bodyPr wrap="square">
            <a:spAutoFit/>
          </a:bodyPr>
          <a:lstStyle/>
          <a:p>
            <a:r>
              <a:rPr lang="en-US" sz="1400" dirty="0">
                <a:solidFill>
                  <a:srgbClr val="FFFF00"/>
                </a:solidFill>
              </a:rPr>
              <a:t>The USA leads global revenue and order volume. However, smaller European markets like the Czech Republic deliver higher customer lifetime value, indicating strong international expansion potential beyond North America.</a:t>
            </a:r>
            <a:endParaRPr lang="en-IN" sz="1400" dirty="0">
              <a:solidFill>
                <a:srgbClr val="FFFF00"/>
              </a:solidFill>
            </a:endParaRPr>
          </a:p>
        </p:txBody>
      </p:sp>
    </p:spTree>
    <p:extLst>
      <p:ext uri="{BB962C8B-B14F-4D97-AF65-F5344CB8AC3E}">
        <p14:creationId xmlns:p14="http://schemas.microsoft.com/office/powerpoint/2010/main" val="3608134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81DF-22AD-45C7-B0C1-DD8AD6647905}"/>
              </a:ext>
            </a:extLst>
          </p:cNvPr>
          <p:cNvSpPr txBox="1">
            <a:spLocks/>
          </p:cNvSpPr>
          <p:nvPr/>
        </p:nvSpPr>
        <p:spPr>
          <a:xfrm>
            <a:off x="1418895" y="0"/>
            <a:ext cx="5932549" cy="789308"/>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2pPr>
            <a:lvl3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3pPr>
            <a:lvl4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4pPr>
            <a:lvl5pPr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5pPr>
            <a:lvl6pPr marL="3429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6pPr>
            <a:lvl7pPr marL="6858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7pPr>
            <a:lvl8pPr marL="10287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8pPr>
            <a:lvl9pPr marL="1371600" algn="ctr" rtl="0" eaLnBrk="1" fontAlgn="base" hangingPunct="1">
              <a:spcBef>
                <a:spcPct val="0"/>
              </a:spcBef>
              <a:spcAft>
                <a:spcPct val="0"/>
              </a:spcAft>
              <a:defRPr sz="3300">
                <a:solidFill>
                  <a:schemeClr val="tx2"/>
                </a:solidFill>
                <a:latin typeface="Arial" panose="020B0604020202020204" pitchFamily="34" charset="0"/>
                <a:cs typeface="Arial" panose="020B0604020202020204" pitchFamily="34" charset="0"/>
              </a:defRPr>
            </a:lvl9pPr>
          </a:lstStyle>
          <a:p>
            <a:r>
              <a:rPr lang="en-IN" sz="2800" b="1" u="sng" dirty="0">
                <a:solidFill>
                  <a:srgbClr val="92D050"/>
                </a:solidFill>
                <a:latin typeface="Times New Roman" panose="02020603050405020304" pitchFamily="18" charset="0"/>
                <a:cs typeface="Times New Roman" panose="02020603050405020304" pitchFamily="18" charset="0"/>
              </a:rPr>
              <a:t>Customer Regional Market Analysis</a:t>
            </a:r>
            <a:endParaRPr lang="en-IN" sz="2800" dirty="0">
              <a:solidFill>
                <a:srgbClr val="92D050"/>
              </a:solidFill>
            </a:endParaRPr>
          </a:p>
        </p:txBody>
      </p:sp>
      <p:sp>
        <p:nvSpPr>
          <p:cNvPr id="3" name="Content Placeholder 2">
            <a:extLst>
              <a:ext uri="{FF2B5EF4-FFF2-40B4-BE49-F238E27FC236}">
                <a16:creationId xmlns:a16="http://schemas.microsoft.com/office/drawing/2014/main" id="{614C54C1-4F1C-4CEE-8351-2199F6AA0485}"/>
              </a:ext>
            </a:extLst>
          </p:cNvPr>
          <p:cNvSpPr txBox="1">
            <a:spLocks/>
          </p:cNvSpPr>
          <p:nvPr/>
        </p:nvSpPr>
        <p:spPr>
          <a:xfrm>
            <a:off x="279742" y="1032642"/>
            <a:ext cx="3598575" cy="3302875"/>
          </a:xfrm>
          <a:prstGeom prst="rect">
            <a:avLst/>
          </a:prstGeom>
        </p:spPr>
        <p:txBody>
          <a:bodyPr>
            <a:normAutofit lnSpcReduction="10000"/>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chemeClr val="bg1">
                    <a:lumMod val="85000"/>
                  </a:schemeClr>
                </a:solidFill>
                <a:latin typeface="Times New Roman" panose="02020603050405020304" pitchFamily="18" charset="0"/>
                <a:cs typeface="Times New Roman" panose="02020603050405020304" pitchFamily="18" charset="0"/>
              </a:rPr>
              <a:t>USA dominates the market with the highest revenue and total orders, significantly outperforming all other countries. </a:t>
            </a:r>
          </a:p>
          <a:p>
            <a:r>
              <a:rPr lang="en-US" sz="1400" dirty="0">
                <a:solidFill>
                  <a:schemeClr val="bg1">
                    <a:lumMod val="85000"/>
                  </a:schemeClr>
                </a:solidFill>
                <a:latin typeface="Times New Roman" panose="02020603050405020304" pitchFamily="18" charset="0"/>
                <a:cs typeface="Times New Roman" panose="02020603050405020304" pitchFamily="18" charset="0"/>
              </a:rPr>
              <a:t>Canada, Brazil, France, and Germany are the next strongest markets, showing comparatively high revenue and customer activity. </a:t>
            </a:r>
          </a:p>
          <a:p>
            <a:r>
              <a:rPr lang="en-US" sz="1400" dirty="0">
                <a:solidFill>
                  <a:schemeClr val="bg1">
                    <a:lumMod val="85000"/>
                  </a:schemeClr>
                </a:solidFill>
                <a:latin typeface="Times New Roman" panose="02020603050405020304" pitchFamily="18" charset="0"/>
                <a:cs typeface="Times New Roman" panose="02020603050405020304" pitchFamily="18" charset="0"/>
              </a:rPr>
              <a:t>Several countries such as Argentina, Austria, Chile, Spain, and the Netherlands show high churn percentages despite lower customer counts, indicating weaker customer retention. </a:t>
            </a:r>
          </a:p>
          <a:p>
            <a:r>
              <a:rPr lang="en-US" sz="1400" dirty="0">
                <a:solidFill>
                  <a:schemeClr val="bg1">
                    <a:lumMod val="85000"/>
                  </a:schemeClr>
                </a:solidFill>
                <a:latin typeface="Times New Roman" panose="02020603050405020304" pitchFamily="18" charset="0"/>
                <a:cs typeface="Times New Roman" panose="02020603050405020304" pitchFamily="18" charset="0"/>
              </a:rPr>
              <a:t>Countries with lower churn rates like Canada, Czech Republic, Portugal, and Australia demonstrate more stable customer loyalty and retention.</a:t>
            </a:r>
          </a:p>
          <a:p>
            <a:endParaRPr lang="en-US" sz="1400" dirty="0">
              <a:solidFill>
                <a:schemeClr val="bg1">
                  <a:lumMod val="85000"/>
                </a:schemeClr>
              </a:solidFill>
              <a:latin typeface="Times New Roman" panose="02020603050405020304" pitchFamily="18" charset="0"/>
              <a:cs typeface="Times New Roman" panose="02020603050405020304" pitchFamily="18" charset="0"/>
            </a:endParaRPr>
          </a:p>
          <a:p>
            <a:endParaRPr lang="en-US" sz="1400" dirty="0">
              <a:solidFill>
                <a:schemeClr val="bg1">
                  <a:lumMod val="85000"/>
                </a:schemeClr>
              </a:solidFill>
              <a:latin typeface="Times New Roman" panose="02020603050405020304" pitchFamily="18" charset="0"/>
              <a:cs typeface="Times New Roman" panose="02020603050405020304" pitchFamily="18" charset="0"/>
            </a:endParaRPr>
          </a:p>
          <a:p>
            <a:endParaRPr lang="en-US" sz="1400" dirty="0">
              <a:solidFill>
                <a:schemeClr val="bg1">
                  <a:lumMod val="85000"/>
                </a:schemeClr>
              </a:solidFill>
              <a:latin typeface="Times New Roman" panose="02020603050405020304" pitchFamily="18" charset="0"/>
              <a:cs typeface="Times New Roman" panose="02020603050405020304" pitchFamily="18" charset="0"/>
            </a:endParaRPr>
          </a:p>
          <a:p>
            <a:endParaRPr lang="en-IN" sz="1400" dirty="0">
              <a:solidFill>
                <a:schemeClr val="bg1">
                  <a:lumMod val="85000"/>
                </a:schemeClr>
              </a:solidFill>
            </a:endParaRPr>
          </a:p>
        </p:txBody>
      </p:sp>
      <p:sp>
        <p:nvSpPr>
          <p:cNvPr id="4" name="Content Placeholder 3">
            <a:extLst>
              <a:ext uri="{FF2B5EF4-FFF2-40B4-BE49-F238E27FC236}">
                <a16:creationId xmlns:a16="http://schemas.microsoft.com/office/drawing/2014/main" id="{D7DEC422-C742-4B80-B2C9-3CA2A2F36A69}"/>
              </a:ext>
            </a:extLst>
          </p:cNvPr>
          <p:cNvSpPr txBox="1">
            <a:spLocks/>
          </p:cNvSpPr>
          <p:nvPr/>
        </p:nvSpPr>
        <p:spPr>
          <a:xfrm>
            <a:off x="4272456" y="828721"/>
            <a:ext cx="4800600" cy="4255657"/>
          </a:xfrm>
          <a:prstGeom prst="rect">
            <a:avLst/>
          </a:prstGeom>
        </p:spPr>
        <p:txBody>
          <a:bodyPr>
            <a:normAutofit/>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Tx/>
              <a:buNone/>
            </a:pPr>
            <a:r>
              <a:rPr lang="en-IN" sz="1200" b="1" u="sng" dirty="0">
                <a:solidFill>
                  <a:schemeClr val="accent2">
                    <a:lumMod val="20000"/>
                    <a:lumOff val="80000"/>
                  </a:schemeClr>
                </a:solidFill>
                <a:latin typeface="Times New Roman" panose="02020603050405020304" pitchFamily="18" charset="0"/>
                <a:cs typeface="Times New Roman" panose="02020603050405020304" pitchFamily="18" charset="0"/>
              </a:rPr>
              <a:t>Recommendations</a:t>
            </a:r>
          </a:p>
          <a:p>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Chinook Music Store should focus on retaining customers in high-churn countries such as Argentina, Austria, Chile, Spain, and the Netherlands through loyalty programs, discounts, and personalized recommendations. </a:t>
            </a:r>
          </a:p>
          <a:p>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Since the USA generates the highest revenue and orders, the company should continue investing in marketing and premium customer engagement strategies in this region to maximize profitability. </a:t>
            </a:r>
          </a:p>
          <a:p>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Countries like Canada, France, Brazil, and Germany show strong market potential, so expanding product offerings and targeted promotions in these regions could further increase sales.</a:t>
            </a:r>
          </a:p>
          <a:p>
            <a:endParaRPr lang="en-US" sz="1200" dirty="0">
              <a:solidFill>
                <a:schemeClr val="accent2">
                  <a:lumMod val="20000"/>
                  <a:lumOff val="80000"/>
                </a:schemeClr>
              </a:solidFill>
              <a:latin typeface="Times New Roman" panose="02020603050405020304" pitchFamily="18" charset="0"/>
              <a:cs typeface="Times New Roman" panose="02020603050405020304" pitchFamily="18" charset="0"/>
            </a:endParaRPr>
          </a:p>
          <a:p>
            <a:endParaRPr lang="en-US" sz="1200" dirty="0">
              <a:solidFill>
                <a:schemeClr val="accent2">
                  <a:lumMod val="20000"/>
                  <a:lumOff val="80000"/>
                </a:schemeClr>
              </a:solidFill>
              <a:latin typeface="Times New Roman" panose="02020603050405020304" pitchFamily="18" charset="0"/>
              <a:cs typeface="Times New Roman" panose="02020603050405020304" pitchFamily="18" charset="0"/>
            </a:endParaRPr>
          </a:p>
          <a:p>
            <a:endParaRPr lang="en-IN" sz="1200" dirty="0">
              <a:solidFill>
                <a:schemeClr val="accent2">
                  <a:lumMod val="20000"/>
                  <a:lumOff val="80000"/>
                </a:schemeClr>
              </a:solidFill>
            </a:endParaRPr>
          </a:p>
        </p:txBody>
      </p:sp>
    </p:spTree>
    <p:extLst>
      <p:ext uri="{BB962C8B-B14F-4D97-AF65-F5344CB8AC3E}">
        <p14:creationId xmlns:p14="http://schemas.microsoft.com/office/powerpoint/2010/main" val="3156763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CEA821-9263-4593-93E8-D5A60637102D}"/>
              </a:ext>
            </a:extLst>
          </p:cNvPr>
          <p:cNvPicPr>
            <a:picLocks noChangeAspect="1"/>
          </p:cNvPicPr>
          <p:nvPr/>
        </p:nvPicPr>
        <p:blipFill>
          <a:blip r:embed="rId2"/>
          <a:stretch>
            <a:fillRect/>
          </a:stretch>
        </p:blipFill>
        <p:spPr>
          <a:xfrm>
            <a:off x="47297" y="1277375"/>
            <a:ext cx="5164995" cy="3097556"/>
          </a:xfrm>
          <a:prstGeom prst="rect">
            <a:avLst/>
          </a:prstGeom>
        </p:spPr>
      </p:pic>
      <p:sp>
        <p:nvSpPr>
          <p:cNvPr id="4" name="Rectangle: Rounded Corners 3">
            <a:extLst>
              <a:ext uri="{FF2B5EF4-FFF2-40B4-BE49-F238E27FC236}">
                <a16:creationId xmlns:a16="http://schemas.microsoft.com/office/drawing/2014/main" id="{C50C5D6B-6DCF-4C3E-91C0-CFEB4F57927B}"/>
              </a:ext>
            </a:extLst>
          </p:cNvPr>
          <p:cNvSpPr/>
          <p:nvPr/>
        </p:nvSpPr>
        <p:spPr>
          <a:xfrm>
            <a:off x="1679028" y="118241"/>
            <a:ext cx="3728545" cy="65032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400" b="1" i="1" u="sng" dirty="0">
                <a:solidFill>
                  <a:schemeClr val="bg1"/>
                </a:solidFill>
                <a:latin typeface="Times New Roman" panose="02020603050405020304" pitchFamily="18" charset="0"/>
                <a:cs typeface="Times New Roman" panose="02020603050405020304" pitchFamily="18" charset="0"/>
              </a:rPr>
              <a:t>Customer Risk Profiling </a:t>
            </a:r>
            <a:endParaRPr lang="en-IN" sz="2400" i="1" dirty="0">
              <a:solidFill>
                <a:schemeClr val="bg1"/>
              </a:solidFill>
            </a:endParaRPr>
          </a:p>
        </p:txBody>
      </p:sp>
      <p:sp>
        <p:nvSpPr>
          <p:cNvPr id="5" name="Content Placeholder 3">
            <a:extLst>
              <a:ext uri="{FF2B5EF4-FFF2-40B4-BE49-F238E27FC236}">
                <a16:creationId xmlns:a16="http://schemas.microsoft.com/office/drawing/2014/main" id="{C0B9F821-4AB7-441A-BDFA-17EA9D73A5C0}"/>
              </a:ext>
            </a:extLst>
          </p:cNvPr>
          <p:cNvSpPr txBox="1">
            <a:spLocks/>
          </p:cNvSpPr>
          <p:nvPr/>
        </p:nvSpPr>
        <p:spPr>
          <a:xfrm>
            <a:off x="5407573" y="118241"/>
            <a:ext cx="3665483" cy="4692294"/>
          </a:xfrm>
          <a:prstGeom prst="rect">
            <a:avLst/>
          </a:prstGeom>
        </p:spPr>
        <p:txBody>
          <a:bodyPr>
            <a:normAutofit/>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chemeClr val="bg1"/>
                </a:solidFill>
                <a:latin typeface="Times New Roman" panose="02020603050405020304" pitchFamily="18" charset="0"/>
                <a:cs typeface="Times New Roman" panose="02020603050405020304" pitchFamily="18" charset="0"/>
              </a:rPr>
              <a:t>Low-risk customers consistently perform better than high-risk customers across all major metrics, including total spending, purchase frequency, and average order value. </a:t>
            </a:r>
          </a:p>
          <a:p>
            <a:r>
              <a:rPr lang="en-US" sz="1400" dirty="0">
                <a:solidFill>
                  <a:schemeClr val="bg1"/>
                </a:solidFill>
                <a:latin typeface="Times New Roman" panose="02020603050405020304" pitchFamily="18" charset="0"/>
                <a:cs typeface="Times New Roman" panose="02020603050405020304" pitchFamily="18" charset="0"/>
              </a:rPr>
              <a:t>Customers in the low-risk segment demonstrate higher average spending (~82.68) and place more orders (~10.93), reflecting stronger engagement and customer loyalty. </a:t>
            </a:r>
          </a:p>
          <a:p>
            <a:r>
              <a:rPr lang="en-US" sz="1400" dirty="0">
                <a:solidFill>
                  <a:schemeClr val="bg1"/>
                </a:solidFill>
                <a:latin typeface="Times New Roman" panose="02020603050405020304" pitchFamily="18" charset="0"/>
                <a:cs typeface="Times New Roman" panose="02020603050405020304" pitchFamily="18" charset="0"/>
              </a:rPr>
              <a:t>High-risk customers exhibit comparatively lower spending (~72.93) and fewer purchases (~9.13), indicating weaker engagement and a greater possibility of churn. </a:t>
            </a:r>
          </a:p>
          <a:p>
            <a:r>
              <a:rPr lang="en-US" sz="1400" dirty="0">
                <a:solidFill>
                  <a:schemeClr val="bg1"/>
                </a:solidFill>
                <a:latin typeface="Times New Roman" panose="02020603050405020304" pitchFamily="18" charset="0"/>
                <a:cs typeface="Times New Roman" panose="02020603050405020304" pitchFamily="18" charset="0"/>
              </a:rPr>
              <a:t>The average order value is also marginally higher among low-risk customers, further highlighting their greater long-term customer value.</a:t>
            </a:r>
          </a:p>
          <a:p>
            <a:endParaRPr lang="en-US" sz="1400" dirty="0">
              <a:solidFill>
                <a:schemeClr val="bg1"/>
              </a:solidFill>
              <a:latin typeface="Times New Roman" panose="02020603050405020304" pitchFamily="18" charset="0"/>
              <a:cs typeface="Times New Roman" panose="02020603050405020304" pitchFamily="18" charset="0"/>
            </a:endParaRPr>
          </a:p>
          <a:p>
            <a:endParaRPr lang="en-US" sz="1400" dirty="0">
              <a:solidFill>
                <a:schemeClr val="bg1"/>
              </a:solidFill>
              <a:latin typeface="Times New Roman" panose="02020603050405020304" pitchFamily="18" charset="0"/>
              <a:cs typeface="Times New Roman" panose="02020603050405020304" pitchFamily="18" charset="0"/>
            </a:endParaRPr>
          </a:p>
          <a:p>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2189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E5EE8A-FB58-4FA7-936C-DDD1E1084A7D}"/>
              </a:ext>
            </a:extLst>
          </p:cNvPr>
          <p:cNvPicPr>
            <a:picLocks noChangeAspect="1"/>
          </p:cNvPicPr>
          <p:nvPr/>
        </p:nvPicPr>
        <p:blipFill>
          <a:blip r:embed="rId2"/>
          <a:stretch>
            <a:fillRect/>
          </a:stretch>
        </p:blipFill>
        <p:spPr>
          <a:xfrm>
            <a:off x="0" y="869250"/>
            <a:ext cx="4445876" cy="3405000"/>
          </a:xfrm>
          <a:prstGeom prst="rect">
            <a:avLst/>
          </a:prstGeom>
        </p:spPr>
      </p:pic>
      <p:sp>
        <p:nvSpPr>
          <p:cNvPr id="4" name="Content Placeholder 3">
            <a:extLst>
              <a:ext uri="{FF2B5EF4-FFF2-40B4-BE49-F238E27FC236}">
                <a16:creationId xmlns:a16="http://schemas.microsoft.com/office/drawing/2014/main" id="{E24A44F9-A949-44E9-8C08-FB37AB6AC0B9}"/>
              </a:ext>
            </a:extLst>
          </p:cNvPr>
          <p:cNvSpPr txBox="1">
            <a:spLocks/>
          </p:cNvSpPr>
          <p:nvPr/>
        </p:nvSpPr>
        <p:spPr>
          <a:xfrm>
            <a:off x="4445876" y="869250"/>
            <a:ext cx="4445876" cy="3765812"/>
          </a:xfrm>
          <a:prstGeom prst="rect">
            <a:avLst/>
          </a:prstGeom>
        </p:spPr>
        <p:txBody>
          <a:bodyPr>
            <a:normAutofit/>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chemeClr val="bg1"/>
                </a:solidFill>
                <a:latin typeface="Times New Roman" panose="02020603050405020304" pitchFamily="18" charset="0"/>
                <a:cs typeface="Times New Roman" panose="02020603050405020304" pitchFamily="18" charset="0"/>
              </a:rPr>
              <a:t>Active customers generate considerably higher customer lifetime value than churned customers across all major performance indicators. </a:t>
            </a:r>
          </a:p>
          <a:p>
            <a:r>
              <a:rPr lang="en-US" sz="1400" dirty="0">
                <a:solidFill>
                  <a:schemeClr val="bg1"/>
                </a:solidFill>
                <a:latin typeface="Times New Roman" panose="02020603050405020304" pitchFamily="18" charset="0"/>
                <a:cs typeface="Times New Roman" panose="02020603050405020304" pitchFamily="18" charset="0"/>
              </a:rPr>
              <a:t>Customers who remain active exhibit significantly higher total spending (~3525) and a larger number of orders (~456), demonstrating strong engagement and long-term loyalty.</a:t>
            </a:r>
          </a:p>
          <a:p>
            <a:r>
              <a:rPr lang="en-US" sz="1400" dirty="0">
                <a:solidFill>
                  <a:schemeClr val="bg1"/>
                </a:solidFill>
                <a:latin typeface="Times New Roman" panose="02020603050405020304" pitchFamily="18" charset="0"/>
                <a:cs typeface="Times New Roman" panose="02020603050405020304" pitchFamily="18" charset="0"/>
              </a:rPr>
              <a:t>Churned customers show noticeably lower spending (~1184) and fewer total purchases (~158), indicating reduced engagement prior to churn. </a:t>
            </a:r>
          </a:p>
          <a:p>
            <a:r>
              <a:rPr lang="en-US" sz="1400" dirty="0">
                <a:solidFill>
                  <a:schemeClr val="bg1"/>
                </a:solidFill>
                <a:latin typeface="Times New Roman" panose="02020603050405020304" pitchFamily="18" charset="0"/>
                <a:cs typeface="Times New Roman" panose="02020603050405020304" pitchFamily="18" charset="0"/>
              </a:rPr>
              <a:t>The active customer segment also has a larger customer base, emphasizing the critical role of customer retention in maintaining overall revenue growth. </a:t>
            </a:r>
          </a:p>
          <a:p>
            <a:endParaRPr lang="en-US" sz="1400" dirty="0">
              <a:solidFill>
                <a:schemeClr val="bg1"/>
              </a:solidFill>
              <a:latin typeface="Times New Roman" panose="02020603050405020304" pitchFamily="18" charset="0"/>
              <a:cs typeface="Times New Roman" panose="02020603050405020304" pitchFamily="18" charset="0"/>
            </a:endParaRPr>
          </a:p>
          <a:p>
            <a:endParaRPr lang="en-US" sz="1400" dirty="0">
              <a:solidFill>
                <a:schemeClr val="bg1"/>
              </a:solidFill>
              <a:latin typeface="Times New Roman" panose="02020603050405020304" pitchFamily="18" charset="0"/>
              <a:cs typeface="Times New Roman" panose="02020603050405020304" pitchFamily="18" charset="0"/>
            </a:endParaRPr>
          </a:p>
          <a:p>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D724E13-0DAF-4345-9B56-DD4B5CC9180D}"/>
              </a:ext>
            </a:extLst>
          </p:cNvPr>
          <p:cNvSpPr txBox="1"/>
          <p:nvPr/>
        </p:nvSpPr>
        <p:spPr>
          <a:xfrm>
            <a:off x="2695903" y="0"/>
            <a:ext cx="4572000" cy="461665"/>
          </a:xfrm>
          <a:prstGeom prst="rect">
            <a:avLst/>
          </a:prstGeom>
          <a:noFill/>
        </p:spPr>
        <p:txBody>
          <a:bodyPr wrap="square">
            <a:spAutoFit/>
          </a:bodyPr>
          <a:lstStyle/>
          <a:p>
            <a:r>
              <a:rPr lang="en-IN" sz="2400" b="1" u="sng" dirty="0">
                <a:solidFill>
                  <a:srgbClr val="FFFF00"/>
                </a:solidFill>
                <a:latin typeface="Times New Roman" panose="02020603050405020304" pitchFamily="18" charset="0"/>
                <a:cs typeface="Times New Roman" panose="02020603050405020304" pitchFamily="18" charset="0"/>
              </a:rPr>
              <a:t>Customer Lifetime Value Model </a:t>
            </a:r>
            <a:endParaRPr lang="en-IN" sz="2400" dirty="0">
              <a:solidFill>
                <a:srgbClr val="FFFF00"/>
              </a:solidFill>
            </a:endParaRPr>
          </a:p>
        </p:txBody>
      </p:sp>
    </p:spTree>
    <p:extLst>
      <p:ext uri="{BB962C8B-B14F-4D97-AF65-F5344CB8AC3E}">
        <p14:creationId xmlns:p14="http://schemas.microsoft.com/office/powerpoint/2010/main" val="1167754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F88F994-5C46-418A-BDB8-8F55C911C2EE}"/>
              </a:ext>
            </a:extLst>
          </p:cNvPr>
          <p:cNvSpPr/>
          <p:nvPr/>
        </p:nvSpPr>
        <p:spPr>
          <a:xfrm>
            <a:off x="2758965" y="70945"/>
            <a:ext cx="3318642" cy="79615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3200" u="sng" dirty="0">
                <a:solidFill>
                  <a:schemeClr val="accent6">
                    <a:lumMod val="75000"/>
                  </a:schemeClr>
                </a:solidFill>
                <a:latin typeface="Times New Roman" panose="02020603050405020304" pitchFamily="18" charset="0"/>
                <a:cs typeface="Times New Roman" panose="02020603050405020304" pitchFamily="18" charset="0"/>
              </a:rPr>
              <a:t>Recommendations</a:t>
            </a:r>
            <a:endParaRPr lang="en-IN" sz="3200" dirty="0">
              <a:solidFill>
                <a:schemeClr val="accent6">
                  <a:lumMod val="75000"/>
                </a:schemeClr>
              </a:solidFill>
            </a:endParaRPr>
          </a:p>
        </p:txBody>
      </p:sp>
      <p:sp>
        <p:nvSpPr>
          <p:cNvPr id="4" name="Content Placeholder 2">
            <a:extLst>
              <a:ext uri="{FF2B5EF4-FFF2-40B4-BE49-F238E27FC236}">
                <a16:creationId xmlns:a16="http://schemas.microsoft.com/office/drawing/2014/main" id="{0D405314-FF77-47B9-BFEE-3F96AD56D642}"/>
              </a:ext>
            </a:extLst>
          </p:cNvPr>
          <p:cNvSpPr txBox="1">
            <a:spLocks/>
          </p:cNvSpPr>
          <p:nvPr/>
        </p:nvSpPr>
        <p:spPr>
          <a:xfrm>
            <a:off x="511628" y="992867"/>
            <a:ext cx="7040336" cy="4079687"/>
          </a:xfrm>
          <a:prstGeom prst="rect">
            <a:avLst/>
          </a:prstGeom>
        </p:spPr>
        <p:txBody>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600" dirty="0">
                <a:solidFill>
                  <a:schemeClr val="bg1"/>
                </a:solidFill>
                <a:latin typeface="Times New Roman" panose="02020603050405020304" pitchFamily="18" charset="0"/>
                <a:cs typeface="Times New Roman" panose="02020603050405020304" pitchFamily="18" charset="0"/>
              </a:rPr>
              <a:t>Focus on customer retention strategies, as active and low-risk customers contribute significantly higher revenue and lifetime value. </a:t>
            </a:r>
          </a:p>
          <a:p>
            <a:r>
              <a:rPr lang="en-US" sz="1600" dirty="0">
                <a:solidFill>
                  <a:schemeClr val="bg1"/>
                </a:solidFill>
                <a:latin typeface="Times New Roman" panose="02020603050405020304" pitchFamily="18" charset="0"/>
                <a:cs typeface="Times New Roman" panose="02020603050405020304" pitchFamily="18" charset="0"/>
              </a:rPr>
              <a:t>Implement personalized engagement campaigns, loyalty programs, and targeted offers to maintain customer satisfaction and encourage repeat purchases. </a:t>
            </a:r>
          </a:p>
          <a:p>
            <a:r>
              <a:rPr lang="en-US" sz="1600" dirty="0">
                <a:solidFill>
                  <a:schemeClr val="bg1"/>
                </a:solidFill>
                <a:latin typeface="Times New Roman" panose="02020603050405020304" pitchFamily="18" charset="0"/>
                <a:cs typeface="Times New Roman" panose="02020603050405020304" pitchFamily="18" charset="0"/>
              </a:rPr>
              <a:t>Identify early warning signs of churn by monitoring declining spending patterns and reduced order frequency among high-risk customers. </a:t>
            </a:r>
          </a:p>
          <a:p>
            <a:r>
              <a:rPr lang="en-US" sz="1600" dirty="0">
                <a:solidFill>
                  <a:schemeClr val="bg1"/>
                </a:solidFill>
                <a:latin typeface="Times New Roman" panose="02020603050405020304" pitchFamily="18" charset="0"/>
                <a:cs typeface="Times New Roman" panose="02020603050405020304" pitchFamily="18" charset="0"/>
              </a:rPr>
              <a:t>Develop re-engagement campaigns for churned or inactive customers through discounts, email marketing, and personalized recommendations. </a:t>
            </a:r>
          </a:p>
          <a:p>
            <a:r>
              <a:rPr lang="en-US" sz="1600" dirty="0">
                <a:solidFill>
                  <a:schemeClr val="bg1"/>
                </a:solidFill>
                <a:latin typeface="Times New Roman" panose="02020603050405020304" pitchFamily="18" charset="0"/>
                <a:cs typeface="Times New Roman" panose="02020603050405020304" pitchFamily="18" charset="0"/>
              </a:rPr>
              <a:t>Prioritize high-value customer segments by offering premium services, exclusive rewards, and tailored experiences to strengthen long-term loyalty.</a:t>
            </a:r>
          </a:p>
          <a:p>
            <a:r>
              <a:rPr lang="en-US" sz="1600" dirty="0">
                <a:solidFill>
                  <a:schemeClr val="bg1"/>
                </a:solidFill>
                <a:latin typeface="Times New Roman" panose="02020603050405020304" pitchFamily="18" charset="0"/>
                <a:cs typeface="Times New Roman" panose="02020603050405020304" pitchFamily="18" charset="0"/>
              </a:rPr>
              <a:t>Use predictive analytics and customer segmentation to proactively reduce churn and improve overall customer lifetime value.</a:t>
            </a:r>
          </a:p>
          <a:p>
            <a:endParaRPr lang="en-US" sz="1600" dirty="0">
              <a:solidFill>
                <a:schemeClr val="bg1"/>
              </a:solidFill>
              <a:latin typeface="Times New Roman" panose="02020603050405020304" pitchFamily="18" charset="0"/>
              <a:cs typeface="Times New Roman" panose="02020603050405020304" pitchFamily="18" charset="0"/>
            </a:endParaRPr>
          </a:p>
          <a:p>
            <a:endParaRPr lang="en-US" sz="1600" dirty="0">
              <a:solidFill>
                <a:schemeClr val="bg1"/>
              </a:solidFill>
              <a:latin typeface="Times New Roman" panose="02020603050405020304" pitchFamily="18" charset="0"/>
              <a:cs typeface="Times New Roman" panose="02020603050405020304" pitchFamily="18" charset="0"/>
            </a:endParaRPr>
          </a:p>
          <a:p>
            <a:endParaRPr lang="en-US" sz="1600" dirty="0">
              <a:solidFill>
                <a:schemeClr val="bg1"/>
              </a:solidFill>
              <a:latin typeface="Times New Roman" panose="02020603050405020304" pitchFamily="18" charset="0"/>
              <a:cs typeface="Times New Roman" panose="02020603050405020304" pitchFamily="18" charset="0"/>
            </a:endParaRPr>
          </a:p>
          <a:p>
            <a:endParaRPr lang="en-IN" sz="1800" dirty="0">
              <a:solidFill>
                <a:schemeClr val="bg1"/>
              </a:solidFill>
            </a:endParaRPr>
          </a:p>
        </p:txBody>
      </p:sp>
    </p:spTree>
    <p:extLst>
      <p:ext uri="{BB962C8B-B14F-4D97-AF65-F5344CB8AC3E}">
        <p14:creationId xmlns:p14="http://schemas.microsoft.com/office/powerpoint/2010/main" val="1590597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E7337CD-2DD0-4D74-B4CF-FC7727BE5133}"/>
              </a:ext>
            </a:extLst>
          </p:cNvPr>
          <p:cNvSpPr/>
          <p:nvPr/>
        </p:nvSpPr>
        <p:spPr>
          <a:xfrm>
            <a:off x="3121572" y="118242"/>
            <a:ext cx="2459421" cy="74886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3200" b="1" u="sng" dirty="0">
                <a:solidFill>
                  <a:schemeClr val="accent6">
                    <a:lumMod val="75000"/>
                  </a:schemeClr>
                </a:solidFill>
                <a:latin typeface="Times New Roman" panose="02020603050405020304" pitchFamily="18" charset="0"/>
                <a:cs typeface="Times New Roman" panose="02020603050405020304" pitchFamily="18" charset="0"/>
              </a:rPr>
              <a:t>Conclusion</a:t>
            </a:r>
            <a:endParaRPr lang="en-IN" sz="3200" dirty="0">
              <a:solidFill>
                <a:schemeClr val="accent6">
                  <a:lumMod val="75000"/>
                </a:schemeClr>
              </a:solidFill>
            </a:endParaRPr>
          </a:p>
        </p:txBody>
      </p:sp>
      <p:sp>
        <p:nvSpPr>
          <p:cNvPr id="9" name="Content Placeholder 2">
            <a:extLst>
              <a:ext uri="{FF2B5EF4-FFF2-40B4-BE49-F238E27FC236}">
                <a16:creationId xmlns:a16="http://schemas.microsoft.com/office/drawing/2014/main" id="{2CF5E8C6-93AB-40BD-81A6-6CEFEAAB4112}"/>
              </a:ext>
            </a:extLst>
          </p:cNvPr>
          <p:cNvSpPr txBox="1">
            <a:spLocks/>
          </p:cNvSpPr>
          <p:nvPr/>
        </p:nvSpPr>
        <p:spPr>
          <a:xfrm>
            <a:off x="149772" y="867104"/>
            <a:ext cx="7772400" cy="3799489"/>
          </a:xfrm>
          <a:prstGeom prst="rect">
            <a:avLst/>
          </a:prstGeom>
        </p:spPr>
        <p:txBody>
          <a:bodyPr/>
          <a:lst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600" dirty="0">
                <a:solidFill>
                  <a:schemeClr val="bg1"/>
                </a:solidFill>
                <a:latin typeface="Times New Roman" panose="02020603050405020304" pitchFamily="18" charset="0"/>
                <a:cs typeface="Times New Roman" panose="02020603050405020304" pitchFamily="18" charset="0"/>
              </a:rPr>
              <a:t>The analysis highlights clear trends in customer purchasing behavior, regional performance, and genre preferences, enabling more data-driven and targeted business decisions. </a:t>
            </a:r>
          </a:p>
          <a:p>
            <a:r>
              <a:rPr lang="en-US" sz="1600" dirty="0">
                <a:solidFill>
                  <a:schemeClr val="bg1"/>
                </a:solidFill>
                <a:latin typeface="Times New Roman" panose="02020603050405020304" pitchFamily="18" charset="0"/>
                <a:cs typeface="Times New Roman" panose="02020603050405020304" pitchFamily="18" charset="0"/>
              </a:rPr>
              <a:t>Rock and Alternative genres lead sales across several regions, especially in high-performing countries, indicating strong opportunities for cross-selling and targeted promotions. </a:t>
            </a:r>
          </a:p>
          <a:p>
            <a:r>
              <a:rPr lang="en-US" sz="1600" dirty="0">
                <a:solidFill>
                  <a:schemeClr val="bg1"/>
                </a:solidFill>
                <a:latin typeface="Times New Roman" panose="02020603050405020304" pitchFamily="18" charset="0"/>
                <a:cs typeface="Times New Roman" panose="02020603050405020304" pitchFamily="18" charset="0"/>
              </a:rPr>
              <a:t>Customers with high Customer Lifetime Value (CLV) display consistent engagement and frequent purchasing behavior, making them essential for sustaining long-term revenue growth. </a:t>
            </a:r>
          </a:p>
          <a:p>
            <a:r>
              <a:rPr lang="en-US" sz="1600" dirty="0">
                <a:solidFill>
                  <a:schemeClr val="bg1"/>
                </a:solidFill>
                <a:latin typeface="Times New Roman" panose="02020603050405020304" pitchFamily="18" charset="0"/>
                <a:cs typeface="Times New Roman" panose="02020603050405020304" pitchFamily="18" charset="0"/>
              </a:rPr>
              <a:t>A significant proportion of valuable customers have churned, revealing potential weaknesses in current retention and re-engagement strategies. </a:t>
            </a:r>
          </a:p>
          <a:p>
            <a:r>
              <a:rPr lang="en-US" sz="1600" dirty="0">
                <a:solidFill>
                  <a:schemeClr val="bg1"/>
                </a:solidFill>
                <a:latin typeface="Times New Roman" panose="02020603050405020304" pitchFamily="18" charset="0"/>
                <a:cs typeface="Times New Roman" panose="02020603050405020304" pitchFamily="18" charset="0"/>
              </a:rPr>
              <a:t>Variations in purchasing patterns across regions and customer segments emphasize the importance of implementing segmented and region-specific marketing strategies instead of a one-size-fits-all approach.</a:t>
            </a:r>
          </a:p>
          <a:p>
            <a:pPr marL="0" indent="0">
              <a:buFontTx/>
              <a:buNone/>
            </a:pPr>
            <a:endParaRPr lang="en-US" sz="1600" dirty="0">
              <a:solidFill>
                <a:schemeClr val="bg1"/>
              </a:solidFill>
              <a:latin typeface="Times New Roman" panose="02020603050405020304" pitchFamily="18" charset="0"/>
              <a:cs typeface="Times New Roman" panose="02020603050405020304" pitchFamily="18" charset="0"/>
            </a:endParaRPr>
          </a:p>
          <a:p>
            <a:endParaRPr lang="en-US" sz="1600" dirty="0">
              <a:solidFill>
                <a:schemeClr val="bg1"/>
              </a:solidFill>
              <a:latin typeface="Times New Roman" panose="02020603050405020304" pitchFamily="18" charset="0"/>
              <a:cs typeface="Times New Roman" panose="02020603050405020304" pitchFamily="18" charset="0"/>
            </a:endParaRPr>
          </a:p>
          <a:p>
            <a:endParaRPr lang="en-US" sz="1600" dirty="0">
              <a:solidFill>
                <a:schemeClr val="bg1"/>
              </a:solidFill>
              <a:latin typeface="Times New Roman" panose="02020603050405020304" pitchFamily="18" charset="0"/>
              <a:cs typeface="Times New Roman" panose="02020603050405020304" pitchFamily="18" charset="0"/>
            </a:endParaRPr>
          </a:p>
          <a:p>
            <a:pPr marL="0" indent="0">
              <a:buFontTx/>
              <a:buNone/>
            </a:pPr>
            <a:endParaRPr lang="en-US" sz="1600" dirty="0">
              <a:solidFill>
                <a:schemeClr val="bg1"/>
              </a:solidFill>
            </a:endParaRPr>
          </a:p>
          <a:p>
            <a:endParaRPr lang="en-US" sz="1600" dirty="0">
              <a:solidFill>
                <a:schemeClr val="bg1"/>
              </a:solidFill>
              <a:latin typeface="Times New Roman" panose="02020603050405020304" pitchFamily="18" charset="0"/>
              <a:cs typeface="Times New Roman" panose="02020603050405020304" pitchFamily="18" charset="0"/>
            </a:endParaRPr>
          </a:p>
          <a:p>
            <a:endParaRPr lang="en-IN" sz="1800" dirty="0">
              <a:solidFill>
                <a:schemeClr val="bg1"/>
              </a:solidFill>
            </a:endParaRPr>
          </a:p>
        </p:txBody>
      </p:sp>
    </p:spTree>
    <p:extLst>
      <p:ext uri="{BB962C8B-B14F-4D97-AF65-F5344CB8AC3E}">
        <p14:creationId xmlns:p14="http://schemas.microsoft.com/office/powerpoint/2010/main" val="3245904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5" name="Picture 4">
            <a:extLst>
              <a:ext uri="{FF2B5EF4-FFF2-40B4-BE49-F238E27FC236}">
                <a16:creationId xmlns:a16="http://schemas.microsoft.com/office/drawing/2014/main" id="{774CA9C0-590B-4CF5-9733-82BE3006ED3C}"/>
              </a:ext>
            </a:extLst>
          </p:cNvPr>
          <p:cNvPicPr>
            <a:picLocks noChangeAspect="1"/>
          </p:cNvPicPr>
          <p:nvPr/>
        </p:nvPicPr>
        <p:blipFill>
          <a:blip r:embed="rId3"/>
          <a:stretch>
            <a:fillRect/>
          </a:stretch>
        </p:blipFill>
        <p:spPr>
          <a:xfrm>
            <a:off x="1" y="-58464"/>
            <a:ext cx="9144000" cy="4579226"/>
          </a:xfrm>
          <a:prstGeom prst="rect">
            <a:avLst/>
          </a:prstGeom>
        </p:spPr>
      </p:pic>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1235</Template>
  <TotalTime>338</TotalTime>
  <Words>2167</Words>
  <Application>Microsoft Office PowerPoint</Application>
  <PresentationFormat>On-screen Show (16:9)</PresentationFormat>
  <Paragraphs>209</Paragraphs>
  <Slides>25</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Lato</vt:lpstr>
      <vt:lpstr>Wingdings 3</vt:lpstr>
      <vt:lpstr>Diseño predeterminado</vt:lpstr>
      <vt:lpstr>PowerPoint Presentation</vt:lpstr>
      <vt:lpstr>PowerPoint Presentation</vt:lpstr>
      <vt:lpstr>Problem Statement</vt:lpstr>
      <vt:lpstr>PowerPoint Presentation</vt:lpstr>
      <vt:lpstr>Data Description</vt:lpstr>
      <vt:lpstr>Data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SAROJ KUMAR NAYAK</cp:lastModifiedBy>
  <cp:revision>18</cp:revision>
  <dcterms:modified xsi:type="dcterms:W3CDTF">2026-09-28T15:21:57Z</dcterms:modified>
</cp:coreProperties>
</file>